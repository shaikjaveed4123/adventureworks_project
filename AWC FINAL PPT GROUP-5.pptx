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89" r:id="rId4"/>
    <p:sldId id="259" r:id="rId5"/>
    <p:sldId id="288" r:id="rId6"/>
    <p:sldId id="266" r:id="rId7"/>
    <p:sldId id="265" r:id="rId8"/>
    <p:sldId id="264" r:id="rId9"/>
    <p:sldId id="260" r:id="rId10"/>
    <p:sldId id="290" r:id="rId11"/>
    <p:sldId id="267" r:id="rId12"/>
    <p:sldId id="261" r:id="rId13"/>
    <p:sldId id="273" r:id="rId14"/>
    <p:sldId id="277" r:id="rId15"/>
    <p:sldId id="278" r:id="rId16"/>
    <p:sldId id="262" r:id="rId17"/>
    <p:sldId id="274" r:id="rId18"/>
    <p:sldId id="263" r:id="rId19"/>
    <p:sldId id="275" r:id="rId20"/>
    <p:sldId id="291" r:id="rId21"/>
    <p:sldId id="281" r:id="rId22"/>
    <p:sldId id="287" r:id="rId23"/>
    <p:sldId id="286" r:id="rId24"/>
    <p:sldId id="285" r:id="rId25"/>
    <p:sldId id="284" r:id="rId26"/>
    <p:sldId id="283" r:id="rId27"/>
    <p:sldId id="282" r:id="rId28"/>
    <p:sldId id="279" r:id="rId29"/>
    <p:sldId id="292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E7E05-B839-462F-A5C2-C2235B3DB47E}" v="63" dt="2026-01-09T10:16:08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Javeed" userId="271a353cabf7fb2c" providerId="LiveId" clId="{38D5F015-595B-4518-AB00-5DBE7BD41A01}"/>
    <pc:docChg chg="undo redo custSel addSld delSld modSld sldOrd">
      <pc:chgData name="Shaik Javeed" userId="271a353cabf7fb2c" providerId="LiveId" clId="{38D5F015-595B-4518-AB00-5DBE7BD41A01}" dt="2026-01-09T10:20:11.889" v="1116"/>
      <pc:docMkLst>
        <pc:docMk/>
      </pc:docMkLst>
      <pc:sldChg chg="addSp delSp modSp mod">
        <pc:chgData name="Shaik Javeed" userId="271a353cabf7fb2c" providerId="LiveId" clId="{38D5F015-595B-4518-AB00-5DBE7BD41A01}" dt="2026-01-08T18:13:03.162" v="235"/>
        <pc:sldMkLst>
          <pc:docMk/>
          <pc:sldMk cId="2888532149" sldId="256"/>
        </pc:sldMkLst>
        <pc:spChg chg="mod">
          <ac:chgData name="Shaik Javeed" userId="271a353cabf7fb2c" providerId="LiveId" clId="{38D5F015-595B-4518-AB00-5DBE7BD41A01}" dt="2026-01-07T09:42:55.340" v="47" actId="14100"/>
          <ac:spMkLst>
            <pc:docMk/>
            <pc:sldMk cId="2888532149" sldId="256"/>
            <ac:spMk id="2" creationId="{1DED90F4-B5EF-8989-F276-82BA704F87CB}"/>
          </ac:spMkLst>
        </pc:spChg>
        <pc:spChg chg="mod">
          <ac:chgData name="Shaik Javeed" userId="271a353cabf7fb2c" providerId="LiveId" clId="{38D5F015-595B-4518-AB00-5DBE7BD41A01}" dt="2026-01-08T18:12:55.064" v="218" actId="1076"/>
          <ac:spMkLst>
            <pc:docMk/>
            <pc:sldMk cId="2888532149" sldId="256"/>
            <ac:spMk id="3" creationId="{F0E3165F-41D4-7881-BB3D-81B8A1DA2224}"/>
          </ac:spMkLst>
        </pc:spChg>
        <pc:picChg chg="add mod">
          <ac:chgData name="Shaik Javeed" userId="271a353cabf7fb2c" providerId="LiveId" clId="{38D5F015-595B-4518-AB00-5DBE7BD41A01}" dt="2026-01-08T18:13:03.162" v="235"/>
          <ac:picMkLst>
            <pc:docMk/>
            <pc:sldMk cId="2888532149" sldId="256"/>
            <ac:picMk id="4" creationId="{6C3AA826-3A7E-B9C5-B0C6-306B303D1C52}"/>
          </ac:picMkLst>
        </pc:picChg>
        <pc:picChg chg="add del mod">
          <ac:chgData name="Shaik Javeed" userId="271a353cabf7fb2c" providerId="LiveId" clId="{38D5F015-595B-4518-AB00-5DBE7BD41A01}" dt="2026-01-08T18:13:02.754" v="234"/>
          <ac:picMkLst>
            <pc:docMk/>
            <pc:sldMk cId="2888532149" sldId="256"/>
            <ac:picMk id="6" creationId="{62AF8B3C-761D-4724-0568-380833AF592B}"/>
          </ac:picMkLst>
        </pc:picChg>
        <pc:picChg chg="add del mod">
          <ac:chgData name="Shaik Javeed" userId="271a353cabf7fb2c" providerId="LiveId" clId="{38D5F015-595B-4518-AB00-5DBE7BD41A01}" dt="2026-01-08T18:13:02.276" v="233"/>
          <ac:picMkLst>
            <pc:docMk/>
            <pc:sldMk cId="2888532149" sldId="256"/>
            <ac:picMk id="7" creationId="{F2AB56B1-3D1F-E360-075B-6728B89CFC78}"/>
          </ac:picMkLst>
        </pc:picChg>
        <pc:picChg chg="add mod">
          <ac:chgData name="Shaik Javeed" userId="271a353cabf7fb2c" providerId="LiveId" clId="{38D5F015-595B-4518-AB00-5DBE7BD41A01}" dt="2026-01-08T18:12:58.602" v="227"/>
          <ac:picMkLst>
            <pc:docMk/>
            <pc:sldMk cId="2888532149" sldId="256"/>
            <ac:picMk id="8" creationId="{2A57C71C-B441-C7B9-79BC-320A242C44F6}"/>
          </ac:picMkLst>
        </pc:picChg>
        <pc:picChg chg="add mod">
          <ac:chgData name="Shaik Javeed" userId="271a353cabf7fb2c" providerId="LiveId" clId="{38D5F015-595B-4518-AB00-5DBE7BD41A01}" dt="2026-01-08T18:12:56.192" v="221"/>
          <ac:picMkLst>
            <pc:docMk/>
            <pc:sldMk cId="2888532149" sldId="256"/>
            <ac:picMk id="9" creationId="{9D93F131-1950-C948-6570-429EC3AD9484}"/>
          </ac:picMkLst>
        </pc:picChg>
      </pc:sldChg>
      <pc:sldChg chg="modSp mod">
        <pc:chgData name="Shaik Javeed" userId="271a353cabf7fb2c" providerId="LiveId" clId="{38D5F015-595B-4518-AB00-5DBE7BD41A01}" dt="2026-01-09T10:07:45.941" v="1033" actId="207"/>
        <pc:sldMkLst>
          <pc:docMk/>
          <pc:sldMk cId="3016107238" sldId="259"/>
        </pc:sldMkLst>
        <pc:spChg chg="mod">
          <ac:chgData name="Shaik Javeed" userId="271a353cabf7fb2c" providerId="LiveId" clId="{38D5F015-595B-4518-AB00-5DBE7BD41A01}" dt="2026-01-09T10:07:45.941" v="1033" actId="207"/>
          <ac:spMkLst>
            <pc:docMk/>
            <pc:sldMk cId="3016107238" sldId="259"/>
            <ac:spMk id="2" creationId="{EB45187C-EF51-0BE5-A6C9-63C8BCC2B291}"/>
          </ac:spMkLst>
        </pc:spChg>
        <pc:spChg chg="mod">
          <ac:chgData name="Shaik Javeed" userId="271a353cabf7fb2c" providerId="LiveId" clId="{38D5F015-595B-4518-AB00-5DBE7BD41A01}" dt="2026-01-07T09:43:01.259" v="53"/>
          <ac:spMkLst>
            <pc:docMk/>
            <pc:sldMk cId="3016107238" sldId="259"/>
            <ac:spMk id="3" creationId="{1AFD42E9-BB9C-F240-8F92-D1ABD228B139}"/>
          </ac:spMkLst>
        </pc:spChg>
        <pc:spChg chg="mod">
          <ac:chgData name="Shaik Javeed" userId="271a353cabf7fb2c" providerId="LiveId" clId="{38D5F015-595B-4518-AB00-5DBE7BD41A01}" dt="2026-01-09T10:07:42.175" v="1032" actId="14100"/>
          <ac:spMkLst>
            <pc:docMk/>
            <pc:sldMk cId="3016107238" sldId="259"/>
            <ac:spMk id="4" creationId="{52B5B58D-34CC-2FE7-31EA-13305C5BD2C3}"/>
          </ac:spMkLst>
        </pc:spChg>
      </pc:sldChg>
      <pc:sldChg chg="modSp mod">
        <pc:chgData name="Shaik Javeed" userId="271a353cabf7fb2c" providerId="LiveId" clId="{38D5F015-595B-4518-AB00-5DBE7BD41A01}" dt="2026-01-09T10:14:59.370" v="1073" actId="207"/>
        <pc:sldMkLst>
          <pc:docMk/>
          <pc:sldMk cId="5729349" sldId="260"/>
        </pc:sldMkLst>
        <pc:spChg chg="mod">
          <ac:chgData name="Shaik Javeed" userId="271a353cabf7fb2c" providerId="LiveId" clId="{38D5F015-595B-4518-AB00-5DBE7BD41A01}" dt="2026-01-09T10:14:59.370" v="1073" actId="207"/>
          <ac:spMkLst>
            <pc:docMk/>
            <pc:sldMk cId="5729349" sldId="260"/>
            <ac:spMk id="2" creationId="{F9A0CCA1-3C53-6004-465A-46A1412F5DA0}"/>
          </ac:spMkLst>
        </pc:spChg>
        <pc:spChg chg="mod">
          <ac:chgData name="Shaik Javeed" userId="271a353cabf7fb2c" providerId="LiveId" clId="{38D5F015-595B-4518-AB00-5DBE7BD41A01}" dt="2026-01-07T09:43:01.259" v="53"/>
          <ac:spMkLst>
            <pc:docMk/>
            <pc:sldMk cId="5729349" sldId="260"/>
            <ac:spMk id="3" creationId="{DDA1850C-D846-4EB0-0CB9-B9CA08C18C23}"/>
          </ac:spMkLst>
        </pc:spChg>
        <pc:spChg chg="mod">
          <ac:chgData name="Shaik Javeed" userId="271a353cabf7fb2c" providerId="LiveId" clId="{38D5F015-595B-4518-AB00-5DBE7BD41A01}" dt="2026-01-09T10:13:33.369" v="1058" actId="14100"/>
          <ac:spMkLst>
            <pc:docMk/>
            <pc:sldMk cId="5729349" sldId="260"/>
            <ac:spMk id="4" creationId="{B0182DE8-96EE-8423-89B1-9067292F7317}"/>
          </ac:spMkLst>
        </pc:spChg>
      </pc:sldChg>
      <pc:sldChg chg="modSp mod">
        <pc:chgData name="Shaik Javeed" userId="271a353cabf7fb2c" providerId="LiveId" clId="{38D5F015-595B-4518-AB00-5DBE7BD41A01}" dt="2026-01-09T10:14:52.874" v="1070" actId="14100"/>
        <pc:sldMkLst>
          <pc:docMk/>
          <pc:sldMk cId="129737384" sldId="261"/>
        </pc:sldMkLst>
        <pc:spChg chg="mod">
          <ac:chgData name="Shaik Javeed" userId="271a353cabf7fb2c" providerId="LiveId" clId="{38D5F015-595B-4518-AB00-5DBE7BD41A01}" dt="2026-01-09T10:14:49.490" v="1067" actId="207"/>
          <ac:spMkLst>
            <pc:docMk/>
            <pc:sldMk cId="129737384" sldId="261"/>
            <ac:spMk id="2" creationId="{D16FCB07-9E00-0DEA-68A7-80FA2A29375A}"/>
          </ac:spMkLst>
        </pc:spChg>
        <pc:spChg chg="mod">
          <ac:chgData name="Shaik Javeed" userId="271a353cabf7fb2c" providerId="LiveId" clId="{38D5F015-595B-4518-AB00-5DBE7BD41A01}" dt="2026-01-09T10:14:52.874" v="1070" actId="14100"/>
          <ac:spMkLst>
            <pc:docMk/>
            <pc:sldMk cId="129737384" sldId="261"/>
            <ac:spMk id="3" creationId="{5CD6F9D2-995D-AE3E-D9C5-D55C69438E41}"/>
          </ac:spMkLst>
        </pc:spChg>
        <pc:spChg chg="mod">
          <ac:chgData name="Shaik Javeed" userId="271a353cabf7fb2c" providerId="LiveId" clId="{38D5F015-595B-4518-AB00-5DBE7BD41A01}" dt="2026-01-07T09:42:53.152" v="40"/>
          <ac:spMkLst>
            <pc:docMk/>
            <pc:sldMk cId="129737384" sldId="261"/>
            <ac:spMk id="4" creationId="{A5353F09-22A1-40ED-F65A-85EECDC64539}"/>
          </ac:spMkLst>
        </pc:spChg>
      </pc:sldChg>
      <pc:sldChg chg="modSp mod">
        <pc:chgData name="Shaik Javeed" userId="271a353cabf7fb2c" providerId="LiveId" clId="{38D5F015-595B-4518-AB00-5DBE7BD41A01}" dt="2026-01-07T09:43:01.259" v="53"/>
        <pc:sldMkLst>
          <pc:docMk/>
          <pc:sldMk cId="421093228" sldId="263"/>
        </pc:sldMkLst>
        <pc:spChg chg="mod">
          <ac:chgData name="Shaik Javeed" userId="271a353cabf7fb2c" providerId="LiveId" clId="{38D5F015-595B-4518-AB00-5DBE7BD41A01}" dt="2026-01-07T09:43:01.259" v="53"/>
          <ac:spMkLst>
            <pc:docMk/>
            <pc:sldMk cId="421093228" sldId="263"/>
            <ac:spMk id="4" creationId="{1F8298E3-A80B-E02D-D154-7BEAD9B31E6C}"/>
          </ac:spMkLst>
        </pc:spChg>
      </pc:sldChg>
      <pc:sldChg chg="addSp delSp modSp del mod">
        <pc:chgData name="Shaik Javeed" userId="271a353cabf7fb2c" providerId="LiveId" clId="{38D5F015-595B-4518-AB00-5DBE7BD41A01}" dt="2026-01-09T10:11:32.301" v="1053" actId="2696"/>
        <pc:sldMkLst>
          <pc:docMk/>
          <pc:sldMk cId="1150074877" sldId="268"/>
        </pc:sldMkLst>
      </pc:sldChg>
      <pc:sldChg chg="addSp modSp add mod">
        <pc:chgData name="Shaik Javeed" userId="271a353cabf7fb2c" providerId="LiveId" clId="{38D5F015-595B-4518-AB00-5DBE7BD41A01}" dt="2026-01-09T10:12:29.859" v="1054" actId="1076"/>
        <pc:sldMkLst>
          <pc:docMk/>
          <pc:sldMk cId="966770056" sldId="276"/>
        </pc:sldMkLst>
        <pc:spChg chg="mod">
          <ac:chgData name="Shaik Javeed" userId="271a353cabf7fb2c" providerId="LiveId" clId="{38D5F015-595B-4518-AB00-5DBE7BD41A01}" dt="2026-01-09T10:12:29.859" v="1054" actId="1076"/>
          <ac:spMkLst>
            <pc:docMk/>
            <pc:sldMk cId="966770056" sldId="276"/>
            <ac:spMk id="2" creationId="{EDDBF87C-90FE-85AF-5648-F454AB27E1E8}"/>
          </ac:spMkLst>
        </pc:spChg>
        <pc:spChg chg="mod">
          <ac:chgData name="Shaik Javeed" userId="271a353cabf7fb2c" providerId="LiveId" clId="{38D5F015-595B-4518-AB00-5DBE7BD41A01}" dt="2026-01-09T10:08:42.917" v="1034" actId="14100"/>
          <ac:spMkLst>
            <pc:docMk/>
            <pc:sldMk cId="966770056" sldId="276"/>
            <ac:spMk id="10" creationId="{9B2FF2BA-5C6E-223E-D99F-9EA450EC92D7}"/>
          </ac:spMkLst>
        </pc:spChg>
        <pc:spChg chg="mod">
          <ac:chgData name="Shaik Javeed" userId="271a353cabf7fb2c" providerId="LiveId" clId="{38D5F015-595B-4518-AB00-5DBE7BD41A01}" dt="2026-01-09T10:08:48.555" v="1035" actId="14100"/>
          <ac:spMkLst>
            <pc:docMk/>
            <pc:sldMk cId="966770056" sldId="276"/>
            <ac:spMk id="11" creationId="{B59E5336-AE05-78B6-E1BE-3775598C06D4}"/>
          </ac:spMkLst>
        </pc:spChg>
        <pc:spChg chg="mod">
          <ac:chgData name="Shaik Javeed" userId="271a353cabf7fb2c" providerId="LiveId" clId="{38D5F015-595B-4518-AB00-5DBE7BD41A01}" dt="2026-01-09T10:08:53.625" v="1036" actId="14100"/>
          <ac:spMkLst>
            <pc:docMk/>
            <pc:sldMk cId="966770056" sldId="276"/>
            <ac:spMk id="12" creationId="{BF94E875-2539-6687-F87C-80A54A672CCB}"/>
          </ac:spMkLst>
        </pc:spChg>
        <pc:spChg chg="mod">
          <ac:chgData name="Shaik Javeed" userId="271a353cabf7fb2c" providerId="LiveId" clId="{38D5F015-595B-4518-AB00-5DBE7BD41A01}" dt="2026-01-09T10:09:05.629" v="1037" actId="14100"/>
          <ac:spMkLst>
            <pc:docMk/>
            <pc:sldMk cId="966770056" sldId="276"/>
            <ac:spMk id="13" creationId="{1F454E30-756C-F63F-21EF-15D34F0252B2}"/>
          </ac:spMkLst>
        </pc:spChg>
        <pc:spChg chg="mod">
          <ac:chgData name="Shaik Javeed" userId="271a353cabf7fb2c" providerId="LiveId" clId="{38D5F015-595B-4518-AB00-5DBE7BD41A01}" dt="2026-01-09T10:09:10.964" v="1038" actId="14100"/>
          <ac:spMkLst>
            <pc:docMk/>
            <pc:sldMk cId="966770056" sldId="276"/>
            <ac:spMk id="14" creationId="{E0414615-4D45-C41C-F072-EF6191950B79}"/>
          </ac:spMkLst>
        </pc:spChg>
        <pc:spChg chg="mod">
          <ac:chgData name="Shaik Javeed" userId="271a353cabf7fb2c" providerId="LiveId" clId="{38D5F015-595B-4518-AB00-5DBE7BD41A01}" dt="2026-01-09T10:09:15.529" v="1039" actId="14100"/>
          <ac:spMkLst>
            <pc:docMk/>
            <pc:sldMk cId="966770056" sldId="276"/>
            <ac:spMk id="15" creationId="{58BA78CF-9A96-F227-4817-AA8192CCFA5F}"/>
          </ac:spMkLst>
        </pc:spChg>
        <pc:spChg chg="mod">
          <ac:chgData name="Shaik Javeed" userId="271a353cabf7fb2c" providerId="LiveId" clId="{38D5F015-595B-4518-AB00-5DBE7BD41A01}" dt="2026-01-09T10:09:38.264" v="1040" actId="1076"/>
          <ac:spMkLst>
            <pc:docMk/>
            <pc:sldMk cId="966770056" sldId="276"/>
            <ac:spMk id="16" creationId="{99DB1D0C-AFE7-3392-53EF-DDDBCC4BA659}"/>
          </ac:spMkLst>
        </pc:spChg>
        <pc:spChg chg="mod">
          <ac:chgData name="Shaik Javeed" userId="271a353cabf7fb2c" providerId="LiveId" clId="{38D5F015-595B-4518-AB00-5DBE7BD41A01}" dt="2026-01-09T10:09:41.944" v="1041" actId="1076"/>
          <ac:spMkLst>
            <pc:docMk/>
            <pc:sldMk cId="966770056" sldId="276"/>
            <ac:spMk id="17" creationId="{95C6A7EE-04A8-8F15-726F-DAB236AE5D7B}"/>
          </ac:spMkLst>
        </pc:spChg>
        <pc:spChg chg="mod">
          <ac:chgData name="Shaik Javeed" userId="271a353cabf7fb2c" providerId="LiveId" clId="{38D5F015-595B-4518-AB00-5DBE7BD41A01}" dt="2026-01-09T10:10:06.003" v="1045" actId="1076"/>
          <ac:spMkLst>
            <pc:docMk/>
            <pc:sldMk cId="966770056" sldId="276"/>
            <ac:spMk id="18" creationId="{22BD126E-6635-21A3-3B3C-3FF7E13DC92E}"/>
          </ac:spMkLst>
        </pc:spChg>
        <pc:spChg chg="mod">
          <ac:chgData name="Shaik Javeed" userId="271a353cabf7fb2c" providerId="LiveId" clId="{38D5F015-595B-4518-AB00-5DBE7BD41A01}" dt="2026-01-09T10:09:49.822" v="1042" actId="1076"/>
          <ac:spMkLst>
            <pc:docMk/>
            <pc:sldMk cId="966770056" sldId="276"/>
            <ac:spMk id="19" creationId="{1B065107-AFA0-0B45-702D-8658B4997E73}"/>
          </ac:spMkLst>
        </pc:spChg>
        <pc:spChg chg="mod">
          <ac:chgData name="Shaik Javeed" userId="271a353cabf7fb2c" providerId="LiveId" clId="{38D5F015-595B-4518-AB00-5DBE7BD41A01}" dt="2026-01-09T10:09:53.751" v="1043" actId="1076"/>
          <ac:spMkLst>
            <pc:docMk/>
            <pc:sldMk cId="966770056" sldId="276"/>
            <ac:spMk id="20" creationId="{B4744115-5A37-8231-2F2E-DB3224A60741}"/>
          </ac:spMkLst>
        </pc:spChg>
        <pc:spChg chg="mod">
          <ac:chgData name="Shaik Javeed" userId="271a353cabf7fb2c" providerId="LiveId" clId="{38D5F015-595B-4518-AB00-5DBE7BD41A01}" dt="2026-01-09T10:10:00.436" v="1044" actId="1076"/>
          <ac:spMkLst>
            <pc:docMk/>
            <pc:sldMk cId="966770056" sldId="276"/>
            <ac:spMk id="21" creationId="{69B1903C-00D1-6A5F-D082-0E30D862CCA2}"/>
          </ac:spMkLst>
        </pc:spChg>
        <pc:grpChg chg="add mod">
          <ac:chgData name="Shaik Javeed" userId="271a353cabf7fb2c" providerId="LiveId" clId="{38D5F015-595B-4518-AB00-5DBE7BD41A01}" dt="2026-01-09T10:11:11.836" v="1050" actId="1076"/>
          <ac:grpSpMkLst>
            <pc:docMk/>
            <pc:sldMk cId="966770056" sldId="276"/>
            <ac:grpSpMk id="3" creationId="{80D23B7B-9639-9D69-0AE1-63B6C21178B7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4" creationId="{41EDC0DA-49E4-7D50-39B0-678DD6075CDA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5" creationId="{ECA0C788-91D6-D08B-80B7-49CFDF891475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6" creationId="{5D1DD497-A466-0DE4-7C25-2FF6E5FB5DFD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7" creationId="{A1E2EF27-C781-1D90-7845-4526010C6C1D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8" creationId="{CD49039C-B960-6174-EAC5-62E8E246AD6C}"/>
          </ac:grpSpMkLst>
        </pc:grpChg>
        <pc:grpChg chg="mod">
          <ac:chgData name="Shaik Javeed" userId="271a353cabf7fb2c" providerId="LiveId" clId="{38D5F015-595B-4518-AB00-5DBE7BD41A01}" dt="2026-01-09T10:10:30.205" v="1046" actId="164"/>
          <ac:grpSpMkLst>
            <pc:docMk/>
            <pc:sldMk cId="966770056" sldId="276"/>
            <ac:grpSpMk id="29" creationId="{423E9E1B-2F92-02AF-3298-09FB83430254}"/>
          </ac:grpSpMkLst>
        </pc:grpChg>
      </pc:sldChg>
      <pc:sldChg chg="addSp delSp modSp add mod">
        <pc:chgData name="Shaik Javeed" userId="271a353cabf7fb2c" providerId="LiveId" clId="{38D5F015-595B-4518-AB00-5DBE7BD41A01}" dt="2026-01-09T10:15:54.010" v="1081" actId="207"/>
        <pc:sldMkLst>
          <pc:docMk/>
          <pc:sldMk cId="3861926259" sldId="277"/>
        </pc:sldMkLst>
        <pc:spChg chg="mod">
          <ac:chgData name="Shaik Javeed" userId="271a353cabf7fb2c" providerId="LiveId" clId="{38D5F015-595B-4518-AB00-5DBE7BD41A01}" dt="2026-01-09T10:15:54.010" v="1081" actId="207"/>
          <ac:spMkLst>
            <pc:docMk/>
            <pc:sldMk cId="3861926259" sldId="277"/>
            <ac:spMk id="2" creationId="{4CF6C4DE-954A-4554-EA57-01B5884C1F81}"/>
          </ac:spMkLst>
        </pc:spChg>
        <pc:spChg chg="del">
          <ac:chgData name="Shaik Javeed" userId="271a353cabf7fb2c" providerId="LiveId" clId="{38D5F015-595B-4518-AB00-5DBE7BD41A01}" dt="2026-01-09T08:42:42.981" v="241" actId="478"/>
          <ac:spMkLst>
            <pc:docMk/>
            <pc:sldMk cId="3861926259" sldId="277"/>
            <ac:spMk id="3" creationId="{721DD260-14B9-44A3-C5AD-996BDE172E85}"/>
          </ac:spMkLst>
        </pc:spChg>
        <pc:spChg chg="del mod">
          <ac:chgData name="Shaik Javeed" userId="271a353cabf7fb2c" providerId="LiveId" clId="{38D5F015-595B-4518-AB00-5DBE7BD41A01}" dt="2026-01-09T08:42:37.277" v="239" actId="478"/>
          <ac:spMkLst>
            <pc:docMk/>
            <pc:sldMk cId="3861926259" sldId="277"/>
            <ac:spMk id="4" creationId="{E2D65D5F-A57F-FB3E-3FBE-A16ADC69F0EA}"/>
          </ac:spMkLst>
        </pc:spChg>
        <pc:spChg chg="add del mod">
          <ac:chgData name="Shaik Javeed" userId="271a353cabf7fb2c" providerId="LiveId" clId="{38D5F015-595B-4518-AB00-5DBE7BD41A01}" dt="2026-01-09T08:42:48.575" v="242" actId="478"/>
          <ac:spMkLst>
            <pc:docMk/>
            <pc:sldMk cId="3861926259" sldId="277"/>
            <ac:spMk id="6" creationId="{B7A27CFA-F1C0-D99D-AB7F-F1B6155235F5}"/>
          </ac:spMkLst>
        </pc:spChg>
        <pc:spChg chg="del">
          <ac:chgData name="Shaik Javeed" userId="271a353cabf7fb2c" providerId="LiveId" clId="{38D5F015-595B-4518-AB00-5DBE7BD41A01}" dt="2026-01-09T08:42:40.660" v="240" actId="478"/>
          <ac:spMkLst>
            <pc:docMk/>
            <pc:sldMk cId="3861926259" sldId="277"/>
            <ac:spMk id="11" creationId="{494E76F0-2B39-DDBD-A782-D9530BE96F6D}"/>
          </ac:spMkLst>
        </pc:spChg>
        <pc:spChg chg="add mod">
          <ac:chgData name="Shaik Javeed" userId="271a353cabf7fb2c" providerId="LiveId" clId="{38D5F015-595B-4518-AB00-5DBE7BD41A01}" dt="2026-01-09T09:21:13.325" v="536" actId="1076"/>
          <ac:spMkLst>
            <pc:docMk/>
            <pc:sldMk cId="3861926259" sldId="277"/>
            <ac:spMk id="26" creationId="{C56AFCAC-3257-B234-FF33-145C9C8E9A04}"/>
          </ac:spMkLst>
        </pc:spChg>
        <pc:spChg chg="add mod">
          <ac:chgData name="Shaik Javeed" userId="271a353cabf7fb2c" providerId="LiveId" clId="{38D5F015-595B-4518-AB00-5DBE7BD41A01}" dt="2026-01-09T09:23:00.667" v="589" actId="1076"/>
          <ac:spMkLst>
            <pc:docMk/>
            <pc:sldMk cId="3861926259" sldId="277"/>
            <ac:spMk id="27" creationId="{ECF2BE2E-6736-F127-5347-5448ABFDA4A2}"/>
          </ac:spMkLst>
        </pc:spChg>
        <pc:spChg chg="add mod">
          <ac:chgData name="Shaik Javeed" userId="271a353cabf7fb2c" providerId="LiveId" clId="{38D5F015-595B-4518-AB00-5DBE7BD41A01}" dt="2026-01-09T09:21:00.653" v="534" actId="1076"/>
          <ac:spMkLst>
            <pc:docMk/>
            <pc:sldMk cId="3861926259" sldId="277"/>
            <ac:spMk id="28" creationId="{D235024D-5893-32C5-58EB-D4D07A2BD94D}"/>
          </ac:spMkLst>
        </pc:spChg>
        <pc:spChg chg="add mod">
          <ac:chgData name="Shaik Javeed" userId="271a353cabf7fb2c" providerId="LiveId" clId="{38D5F015-595B-4518-AB00-5DBE7BD41A01}" dt="2026-01-09T09:22:40.731" v="584" actId="14100"/>
          <ac:spMkLst>
            <pc:docMk/>
            <pc:sldMk cId="3861926259" sldId="277"/>
            <ac:spMk id="31" creationId="{D84598AE-E0A1-9F07-C3E1-CC11AFB24394}"/>
          </ac:spMkLst>
        </pc:spChg>
        <pc:spChg chg="add mod ord">
          <ac:chgData name="Shaik Javeed" userId="271a353cabf7fb2c" providerId="LiveId" clId="{38D5F015-595B-4518-AB00-5DBE7BD41A01}" dt="2026-01-09T10:15:35.827" v="1079" actId="14100"/>
          <ac:spMkLst>
            <pc:docMk/>
            <pc:sldMk cId="3861926259" sldId="277"/>
            <ac:spMk id="32" creationId="{52391009-F561-A4D7-35BE-A8146AB749AB}"/>
          </ac:spMkLst>
        </pc:spChg>
        <pc:grpChg chg="add mod">
          <ac:chgData name="Shaik Javeed" userId="271a353cabf7fb2c" providerId="LiveId" clId="{38D5F015-595B-4518-AB00-5DBE7BD41A01}" dt="2026-01-09T09:22:50.465" v="587" actId="1076"/>
          <ac:grpSpMkLst>
            <pc:docMk/>
            <pc:sldMk cId="3861926259" sldId="277"/>
            <ac:grpSpMk id="25" creationId="{0184A852-80F0-E664-F326-3E0808B3C819}"/>
          </ac:grpSpMkLst>
        </pc:grpChg>
        <pc:picChg chg="add del mod">
          <ac:chgData name="Shaik Javeed" userId="271a353cabf7fb2c" providerId="LiveId" clId="{38D5F015-595B-4518-AB00-5DBE7BD41A01}" dt="2026-01-09T08:45:34.359" v="276" actId="478"/>
          <ac:picMkLst>
            <pc:docMk/>
            <pc:sldMk cId="3861926259" sldId="277"/>
            <ac:picMk id="8" creationId="{2D5E9725-3527-E3EA-6C06-D21B793F290C}"/>
          </ac:picMkLst>
        </pc:picChg>
        <pc:picChg chg="del">
          <ac:chgData name="Shaik Javeed" userId="271a353cabf7fb2c" providerId="LiveId" clId="{38D5F015-595B-4518-AB00-5DBE7BD41A01}" dt="2026-01-09T08:42:20.679" v="237" actId="478"/>
          <ac:picMkLst>
            <pc:docMk/>
            <pc:sldMk cId="3861926259" sldId="277"/>
            <ac:picMk id="10" creationId="{7B4E6196-D510-BB77-BFAE-5472CE0592B6}"/>
          </ac:picMkLst>
        </pc:picChg>
        <pc:picChg chg="add del mod">
          <ac:chgData name="Shaik Javeed" userId="271a353cabf7fb2c" providerId="LiveId" clId="{38D5F015-595B-4518-AB00-5DBE7BD41A01}" dt="2026-01-09T08:48:40.839" v="300" actId="478"/>
          <ac:picMkLst>
            <pc:docMk/>
            <pc:sldMk cId="3861926259" sldId="277"/>
            <ac:picMk id="12" creationId="{9173BC6A-EC3C-C5FB-0ABB-03F32D7A4908}"/>
          </ac:picMkLst>
        </pc:picChg>
        <pc:picChg chg="add del mod">
          <ac:chgData name="Shaik Javeed" userId="271a353cabf7fb2c" providerId="LiveId" clId="{38D5F015-595B-4518-AB00-5DBE7BD41A01}" dt="2026-01-09T08:47:55.035" v="294" actId="21"/>
          <ac:picMkLst>
            <pc:docMk/>
            <pc:sldMk cId="3861926259" sldId="277"/>
            <ac:picMk id="14" creationId="{DE73F215-E27B-A97B-1F80-61DAEF76A1A3}"/>
          </ac:picMkLst>
        </pc:picChg>
        <pc:picChg chg="add mod">
          <ac:chgData name="Shaik Javeed" userId="271a353cabf7fb2c" providerId="LiveId" clId="{38D5F015-595B-4518-AB00-5DBE7BD41A01}" dt="2026-01-09T09:22:53.314" v="588" actId="1076"/>
          <ac:picMkLst>
            <pc:docMk/>
            <pc:sldMk cId="3861926259" sldId="277"/>
            <ac:picMk id="16" creationId="{4D29F45E-F5F4-8C42-1935-E967EC4967FE}"/>
          </ac:picMkLst>
        </pc:picChg>
        <pc:picChg chg="add mod">
          <ac:chgData name="Shaik Javeed" userId="271a353cabf7fb2c" providerId="LiveId" clId="{38D5F015-595B-4518-AB00-5DBE7BD41A01}" dt="2026-01-09T09:21:19.137" v="537" actId="1076"/>
          <ac:picMkLst>
            <pc:docMk/>
            <pc:sldMk cId="3861926259" sldId="277"/>
            <ac:picMk id="18" creationId="{71476799-3874-48EC-4C00-59919650BC84}"/>
          </ac:picMkLst>
        </pc:picChg>
        <pc:picChg chg="add del mod">
          <ac:chgData name="Shaik Javeed" userId="271a353cabf7fb2c" providerId="LiveId" clId="{38D5F015-595B-4518-AB00-5DBE7BD41A01}" dt="2026-01-09T08:45:12.509" v="269" actId="478"/>
          <ac:picMkLst>
            <pc:docMk/>
            <pc:sldMk cId="3861926259" sldId="277"/>
            <ac:picMk id="20" creationId="{F08A8681-D4D3-3710-8891-BEB071E1474B}"/>
          </ac:picMkLst>
        </pc:picChg>
        <pc:picChg chg="add del mod">
          <ac:chgData name="Shaik Javeed" userId="271a353cabf7fb2c" providerId="LiveId" clId="{38D5F015-595B-4518-AB00-5DBE7BD41A01}" dt="2026-01-09T08:44:56.758" v="265" actId="478"/>
          <ac:picMkLst>
            <pc:docMk/>
            <pc:sldMk cId="3861926259" sldId="277"/>
            <ac:picMk id="22" creationId="{1E931640-71DA-A688-CBB6-1C14ADE7FE05}"/>
          </ac:picMkLst>
        </pc:picChg>
        <pc:picChg chg="add mod">
          <ac:chgData name="Shaik Javeed" userId="271a353cabf7fb2c" providerId="LiveId" clId="{38D5F015-595B-4518-AB00-5DBE7BD41A01}" dt="2026-01-09T09:21:05.454" v="535" actId="1076"/>
          <ac:picMkLst>
            <pc:docMk/>
            <pc:sldMk cId="3861926259" sldId="277"/>
            <ac:picMk id="24" creationId="{8244C0F5-D5A0-67E5-87A2-F935216C4427}"/>
          </ac:picMkLst>
        </pc:picChg>
        <pc:picChg chg="add mod">
          <ac:chgData name="Shaik Javeed" userId="271a353cabf7fb2c" providerId="LiveId" clId="{38D5F015-595B-4518-AB00-5DBE7BD41A01}" dt="2026-01-09T09:22:47.091" v="585" actId="1076"/>
          <ac:picMkLst>
            <pc:docMk/>
            <pc:sldMk cId="3861926259" sldId="277"/>
            <ac:picMk id="30" creationId="{F30181FE-BA17-5A11-9031-FB295500A49F}"/>
          </ac:picMkLst>
        </pc:picChg>
      </pc:sldChg>
      <pc:sldChg chg="addSp delSp modSp add mod">
        <pc:chgData name="Shaik Javeed" userId="271a353cabf7fb2c" providerId="LiveId" clId="{38D5F015-595B-4518-AB00-5DBE7BD41A01}" dt="2026-01-09T10:16:26.389" v="1086" actId="207"/>
        <pc:sldMkLst>
          <pc:docMk/>
          <pc:sldMk cId="2868269514" sldId="278"/>
        </pc:sldMkLst>
        <pc:spChg chg="del">
          <ac:chgData name="Shaik Javeed" userId="271a353cabf7fb2c" providerId="LiveId" clId="{38D5F015-595B-4518-AB00-5DBE7BD41A01}" dt="2026-01-09T09:16:32.937" v="526" actId="478"/>
          <ac:spMkLst>
            <pc:docMk/>
            <pc:sldMk cId="2868269514" sldId="278"/>
            <ac:spMk id="2" creationId="{24D10983-0FB6-E9FF-F139-0E610B44C1E8}"/>
          </ac:spMkLst>
        </pc:spChg>
        <pc:spChg chg="add mod">
          <ac:chgData name="Shaik Javeed" userId="271a353cabf7fb2c" providerId="LiveId" clId="{38D5F015-595B-4518-AB00-5DBE7BD41A01}" dt="2026-01-09T09:24:27.229" v="606" actId="1076"/>
          <ac:spMkLst>
            <pc:docMk/>
            <pc:sldMk cId="2868269514" sldId="278"/>
            <ac:spMk id="3" creationId="{F535A522-79D4-AE43-5447-49715DB83D05}"/>
          </ac:spMkLst>
        </pc:spChg>
        <pc:spChg chg="add mod">
          <ac:chgData name="Shaik Javeed" userId="271a353cabf7fb2c" providerId="LiveId" clId="{38D5F015-595B-4518-AB00-5DBE7BD41A01}" dt="2026-01-09T08:54:01.035" v="469" actId="1076"/>
          <ac:spMkLst>
            <pc:docMk/>
            <pc:sldMk cId="2868269514" sldId="278"/>
            <ac:spMk id="4" creationId="{1D776ABE-0944-C3D6-4042-01279B0297C2}"/>
          </ac:spMkLst>
        </pc:spChg>
        <pc:spChg chg="add mod">
          <ac:chgData name="Shaik Javeed" userId="271a353cabf7fb2c" providerId="LiveId" clId="{38D5F015-595B-4518-AB00-5DBE7BD41A01}" dt="2026-01-09T10:16:26.389" v="1086" actId="207"/>
          <ac:spMkLst>
            <pc:docMk/>
            <pc:sldMk cId="2868269514" sldId="278"/>
            <ac:spMk id="5" creationId="{32F58910-E06F-CF12-F2B4-6FA39BAFC812}"/>
          </ac:spMkLst>
        </pc:spChg>
        <pc:spChg chg="add del mod">
          <ac:chgData name="Shaik Javeed" userId="271a353cabf7fb2c" providerId="LiveId" clId="{38D5F015-595B-4518-AB00-5DBE7BD41A01}" dt="2026-01-09T09:16:42.036" v="528" actId="478"/>
          <ac:spMkLst>
            <pc:docMk/>
            <pc:sldMk cId="2868269514" sldId="278"/>
            <ac:spMk id="7" creationId="{4D229FB1-2315-CD08-254F-515C8910AB4E}"/>
          </ac:spMkLst>
        </pc:spChg>
        <pc:spChg chg="add mod ord">
          <ac:chgData name="Shaik Javeed" userId="271a353cabf7fb2c" providerId="LiveId" clId="{38D5F015-595B-4518-AB00-5DBE7BD41A01}" dt="2026-01-09T10:16:23.042" v="1085" actId="1076"/>
          <ac:spMkLst>
            <pc:docMk/>
            <pc:sldMk cId="2868269514" sldId="278"/>
            <ac:spMk id="8" creationId="{267BA7F9-F60B-2C71-6928-5A546582F6C5}"/>
          </ac:spMkLst>
        </pc:spChg>
        <pc:grpChg chg="mod">
          <ac:chgData name="Shaik Javeed" userId="271a353cabf7fb2c" providerId="LiveId" clId="{38D5F015-595B-4518-AB00-5DBE7BD41A01}" dt="2026-01-09T09:23:19.915" v="591" actId="1076"/>
          <ac:grpSpMkLst>
            <pc:docMk/>
            <pc:sldMk cId="2868269514" sldId="278"/>
            <ac:grpSpMk id="25" creationId="{F2947834-4E7B-BFE6-20D4-ED6962555790}"/>
          </ac:grpSpMkLst>
        </pc:grpChg>
        <pc:picChg chg="mod">
          <ac:chgData name="Shaik Javeed" userId="271a353cabf7fb2c" providerId="LiveId" clId="{38D5F015-595B-4518-AB00-5DBE7BD41A01}" dt="2026-01-09T08:48:24.564" v="298" actId="1076"/>
          <ac:picMkLst>
            <pc:docMk/>
            <pc:sldMk cId="2868269514" sldId="278"/>
            <ac:picMk id="12" creationId="{BA925788-C109-54B9-BD09-DF2B00A01B58}"/>
          </ac:picMkLst>
        </pc:picChg>
        <pc:picChg chg="mod">
          <ac:chgData name="Shaik Javeed" userId="271a353cabf7fb2c" providerId="LiveId" clId="{38D5F015-595B-4518-AB00-5DBE7BD41A01}" dt="2026-01-09T09:23:27.647" v="592" actId="1076"/>
          <ac:picMkLst>
            <pc:docMk/>
            <pc:sldMk cId="2868269514" sldId="278"/>
            <ac:picMk id="14" creationId="{5C1CBDC4-4D12-9395-695D-CA62CF675E58}"/>
          </ac:picMkLst>
        </pc:picChg>
        <pc:picChg chg="del">
          <ac:chgData name="Shaik Javeed" userId="271a353cabf7fb2c" providerId="LiveId" clId="{38D5F015-595B-4518-AB00-5DBE7BD41A01}" dt="2026-01-09T08:48:10.632" v="296" actId="478"/>
          <ac:picMkLst>
            <pc:docMk/>
            <pc:sldMk cId="2868269514" sldId="278"/>
            <ac:picMk id="16" creationId="{DB2B32C1-392E-46DD-6E9D-64A3C69F6084}"/>
          </ac:picMkLst>
        </pc:picChg>
        <pc:picChg chg="del">
          <ac:chgData name="Shaik Javeed" userId="271a353cabf7fb2c" providerId="LiveId" clId="{38D5F015-595B-4518-AB00-5DBE7BD41A01}" dt="2026-01-09T08:48:07.477" v="295" actId="478"/>
          <ac:picMkLst>
            <pc:docMk/>
            <pc:sldMk cId="2868269514" sldId="278"/>
            <ac:picMk id="18" creationId="{405036C1-16C8-3661-3E18-94E45C8BD08C}"/>
          </ac:picMkLst>
        </pc:picChg>
        <pc:picChg chg="del">
          <ac:chgData name="Shaik Javeed" userId="271a353cabf7fb2c" providerId="LiveId" clId="{38D5F015-595B-4518-AB00-5DBE7BD41A01}" dt="2026-01-09T08:48:13.324" v="297" actId="478"/>
          <ac:picMkLst>
            <pc:docMk/>
            <pc:sldMk cId="2868269514" sldId="278"/>
            <ac:picMk id="24" creationId="{C406F7DD-47E1-C61B-22C7-D5A6AEA33A27}"/>
          </ac:picMkLst>
        </pc:picChg>
      </pc:sldChg>
      <pc:sldChg chg="addSp delSp modSp add mod ord">
        <pc:chgData name="Shaik Javeed" userId="271a353cabf7fb2c" providerId="LiveId" clId="{38D5F015-595B-4518-AB00-5DBE7BD41A01}" dt="2026-01-09T10:19:01.735" v="1114" actId="207"/>
        <pc:sldMkLst>
          <pc:docMk/>
          <pc:sldMk cId="3077292930" sldId="279"/>
        </pc:sldMkLst>
        <pc:spChg chg="add del mod">
          <ac:chgData name="Shaik Javeed" userId="271a353cabf7fb2c" providerId="LiveId" clId="{38D5F015-595B-4518-AB00-5DBE7BD41A01}" dt="2026-01-09T10:19:01.735" v="1114" actId="207"/>
          <ac:spMkLst>
            <pc:docMk/>
            <pc:sldMk cId="3077292930" sldId="279"/>
            <ac:spMk id="2" creationId="{B5FFD9AF-5E3A-456D-3147-86E41C5AF75C}"/>
          </ac:spMkLst>
        </pc:spChg>
        <pc:spChg chg="del">
          <ac:chgData name="Shaik Javeed" userId="271a353cabf7fb2c" providerId="LiveId" clId="{38D5F015-595B-4518-AB00-5DBE7BD41A01}" dt="2026-01-09T08:56:14.968" v="476" actId="478"/>
          <ac:spMkLst>
            <pc:docMk/>
            <pc:sldMk cId="3077292930" sldId="279"/>
            <ac:spMk id="3" creationId="{3A3037CD-7A83-78D1-B81E-526D6D8C3EBA}"/>
          </ac:spMkLst>
        </pc:spChg>
        <pc:spChg chg="del mod">
          <ac:chgData name="Shaik Javeed" userId="271a353cabf7fb2c" providerId="LiveId" clId="{38D5F015-595B-4518-AB00-5DBE7BD41A01}" dt="2026-01-09T08:56:13.229" v="475" actId="478"/>
          <ac:spMkLst>
            <pc:docMk/>
            <pc:sldMk cId="3077292930" sldId="279"/>
            <ac:spMk id="4" creationId="{AB06ABDA-4E19-B0EA-F2D9-B4BBD7F520E4}"/>
          </ac:spMkLst>
        </pc:spChg>
        <pc:spChg chg="del">
          <ac:chgData name="Shaik Javeed" userId="271a353cabf7fb2c" providerId="LiveId" clId="{38D5F015-595B-4518-AB00-5DBE7BD41A01}" dt="2026-01-09T08:56:18.912" v="477" actId="478"/>
          <ac:spMkLst>
            <pc:docMk/>
            <pc:sldMk cId="3077292930" sldId="279"/>
            <ac:spMk id="7" creationId="{7A9EBAF5-8656-0C7B-BB10-3313317E80CE}"/>
          </ac:spMkLst>
        </pc:spChg>
        <pc:spChg chg="add del mod">
          <ac:chgData name="Shaik Javeed" userId="271a353cabf7fb2c" providerId="LiveId" clId="{38D5F015-595B-4518-AB00-5DBE7BD41A01}" dt="2026-01-09T08:56:22.610" v="478" actId="478"/>
          <ac:spMkLst>
            <pc:docMk/>
            <pc:sldMk cId="3077292930" sldId="279"/>
            <ac:spMk id="8" creationId="{D6A81927-CB11-E016-FBCE-436E83DF047C}"/>
          </ac:spMkLst>
        </pc:spChg>
        <pc:spChg chg="add mod">
          <ac:chgData name="Shaik Javeed" userId="271a353cabf7fb2c" providerId="LiveId" clId="{38D5F015-595B-4518-AB00-5DBE7BD41A01}" dt="2026-01-09T10:18:35.631" v="1108" actId="1076"/>
          <ac:spMkLst>
            <pc:docMk/>
            <pc:sldMk cId="3077292930" sldId="279"/>
            <ac:spMk id="9" creationId="{F798E987-CD4B-D08E-5632-4D3CD00B8FA0}"/>
          </ac:spMkLst>
        </pc:spChg>
        <pc:spChg chg="add del mod">
          <ac:chgData name="Shaik Javeed" userId="271a353cabf7fb2c" providerId="LiveId" clId="{38D5F015-595B-4518-AB00-5DBE7BD41A01}" dt="2026-01-09T09:45:15.853" v="936" actId="478"/>
          <ac:spMkLst>
            <pc:docMk/>
            <pc:sldMk cId="3077292930" sldId="279"/>
            <ac:spMk id="11" creationId="{27CA21FC-061F-713A-021F-0D8B833FA75D}"/>
          </ac:spMkLst>
        </pc:spChg>
        <pc:spChg chg="add mod ord">
          <ac:chgData name="Shaik Javeed" userId="271a353cabf7fb2c" providerId="LiveId" clId="{38D5F015-595B-4518-AB00-5DBE7BD41A01}" dt="2026-01-09T10:18:58.237" v="1113" actId="14100"/>
          <ac:spMkLst>
            <pc:docMk/>
            <pc:sldMk cId="3077292930" sldId="279"/>
            <ac:spMk id="12" creationId="{9E0028A7-89AD-0E1E-31B0-6D980674C86B}"/>
          </ac:spMkLst>
        </pc:spChg>
        <pc:picChg chg="del">
          <ac:chgData name="Shaik Javeed" userId="271a353cabf7fb2c" providerId="LiveId" clId="{38D5F015-595B-4518-AB00-5DBE7BD41A01}" dt="2026-01-09T08:56:07.229" v="472" actId="478"/>
          <ac:picMkLst>
            <pc:docMk/>
            <pc:sldMk cId="3077292930" sldId="279"/>
            <ac:picMk id="6" creationId="{93745938-E682-9FD2-A938-80CDA46B6736}"/>
          </ac:picMkLst>
        </pc:picChg>
      </pc:sldChg>
      <pc:sldChg chg="addSp modSp add mod">
        <pc:chgData name="Shaik Javeed" userId="271a353cabf7fb2c" providerId="LiveId" clId="{38D5F015-595B-4518-AB00-5DBE7BD41A01}" dt="2026-01-09T10:05:51.690" v="1028" actId="207"/>
        <pc:sldMkLst>
          <pc:docMk/>
          <pc:sldMk cId="147771255" sldId="280"/>
        </pc:sldMkLst>
        <pc:spChg chg="mod">
          <ac:chgData name="Shaik Javeed" userId="271a353cabf7fb2c" providerId="LiveId" clId="{38D5F015-595B-4518-AB00-5DBE7BD41A01}" dt="2026-01-09T10:05:51.690" v="1028" actId="207"/>
          <ac:spMkLst>
            <pc:docMk/>
            <pc:sldMk cId="147771255" sldId="280"/>
            <ac:spMk id="2" creationId="{C56F7C28-7ABE-0586-3BC5-78E57B7D0BDD}"/>
          </ac:spMkLst>
        </pc:spChg>
        <pc:spChg chg="add mod ord">
          <ac:chgData name="Shaik Javeed" userId="271a353cabf7fb2c" providerId="LiveId" clId="{38D5F015-595B-4518-AB00-5DBE7BD41A01}" dt="2026-01-09T10:05:45.775" v="1027" actId="1076"/>
          <ac:spMkLst>
            <pc:docMk/>
            <pc:sldMk cId="147771255" sldId="280"/>
            <ac:spMk id="3" creationId="{C368FD52-8CF0-6BC3-54AE-D1D08AA56723}"/>
          </ac:spMkLst>
        </pc:spChg>
      </pc:sldChg>
      <pc:sldChg chg="addSp modSp add mod">
        <pc:chgData name="Shaik Javeed" userId="271a353cabf7fb2c" providerId="LiveId" clId="{38D5F015-595B-4518-AB00-5DBE7BD41A01}" dt="2026-01-09T10:16:46.832" v="1089" actId="14100"/>
        <pc:sldMkLst>
          <pc:docMk/>
          <pc:sldMk cId="2123251746" sldId="281"/>
        </pc:sldMkLst>
        <pc:spChg chg="mod">
          <ac:chgData name="Shaik Javeed" userId="271a353cabf7fb2c" providerId="LiveId" clId="{38D5F015-595B-4518-AB00-5DBE7BD41A01}" dt="2026-01-09T09:37:42.746" v="639" actId="1076"/>
          <ac:spMkLst>
            <pc:docMk/>
            <pc:sldMk cId="2123251746" sldId="281"/>
            <ac:spMk id="2" creationId="{CA2E36D6-8D6D-7D14-FF7B-1C1A28F84ACC}"/>
          </ac:spMkLst>
        </pc:spChg>
        <pc:spChg chg="add mod">
          <ac:chgData name="Shaik Javeed" userId="271a353cabf7fb2c" providerId="LiveId" clId="{38D5F015-595B-4518-AB00-5DBE7BD41A01}" dt="2026-01-09T10:16:46.832" v="1089" actId="14100"/>
          <ac:spMkLst>
            <pc:docMk/>
            <pc:sldMk cId="2123251746" sldId="281"/>
            <ac:spMk id="3" creationId="{704037A7-54A7-8F7E-282E-0DCB74D327E3}"/>
          </ac:spMkLst>
        </pc:spChg>
        <pc:spChg chg="add mod ord">
          <ac:chgData name="Shaik Javeed" userId="271a353cabf7fb2c" providerId="LiveId" clId="{38D5F015-595B-4518-AB00-5DBE7BD41A01}" dt="2026-01-09T10:03:35.410" v="1011" actId="14100"/>
          <ac:spMkLst>
            <pc:docMk/>
            <pc:sldMk cId="2123251746" sldId="281"/>
            <ac:spMk id="4" creationId="{1D3813CC-5097-3A85-61CA-B95EA1CB0789}"/>
          </ac:spMkLst>
        </pc:spChg>
      </pc:sldChg>
      <pc:sldChg chg="modSp add mod">
        <pc:chgData name="Shaik Javeed" userId="271a353cabf7fb2c" providerId="LiveId" clId="{38D5F015-595B-4518-AB00-5DBE7BD41A01}" dt="2026-01-09T09:50:14.746" v="970" actId="1076"/>
        <pc:sldMkLst>
          <pc:docMk/>
          <pc:sldMk cId="2984249420" sldId="282"/>
        </pc:sldMkLst>
        <pc:spChg chg="mod">
          <ac:chgData name="Shaik Javeed" userId="271a353cabf7fb2c" providerId="LiveId" clId="{38D5F015-595B-4518-AB00-5DBE7BD41A01}" dt="2026-01-09T09:50:14.746" v="970" actId="1076"/>
          <ac:spMkLst>
            <pc:docMk/>
            <pc:sldMk cId="2984249420" sldId="282"/>
            <ac:spMk id="3" creationId="{EF9FA10F-8352-0B3E-E70B-7B94ABC3070E}"/>
          </ac:spMkLst>
        </pc:spChg>
        <pc:spChg chg="mod">
          <ac:chgData name="Shaik Javeed" userId="271a353cabf7fb2c" providerId="LiveId" clId="{38D5F015-595B-4518-AB00-5DBE7BD41A01}" dt="2026-01-09T09:49:57.716" v="969" actId="14100"/>
          <ac:spMkLst>
            <pc:docMk/>
            <pc:sldMk cId="2984249420" sldId="282"/>
            <ac:spMk id="4" creationId="{5EF33E67-F98A-9D70-B3E1-154AC80FF717}"/>
          </ac:spMkLst>
        </pc:spChg>
      </pc:sldChg>
      <pc:sldChg chg="add del">
        <pc:chgData name="Shaik Javeed" userId="271a353cabf7fb2c" providerId="LiveId" clId="{38D5F015-595B-4518-AB00-5DBE7BD41A01}" dt="2026-01-09T09:49:21.639" v="965" actId="2890"/>
        <pc:sldMkLst>
          <pc:docMk/>
          <pc:sldMk cId="3319098834" sldId="282"/>
        </pc:sldMkLst>
      </pc:sldChg>
      <pc:sldChg chg="modSp add mod">
        <pc:chgData name="Shaik Javeed" userId="271a353cabf7fb2c" providerId="LiveId" clId="{38D5F015-595B-4518-AB00-5DBE7BD41A01}" dt="2026-01-09T10:00:08.931" v="1000" actId="14100"/>
        <pc:sldMkLst>
          <pc:docMk/>
          <pc:sldMk cId="1142689498" sldId="283"/>
        </pc:sldMkLst>
        <pc:spChg chg="mod">
          <ac:chgData name="Shaik Javeed" userId="271a353cabf7fb2c" providerId="LiveId" clId="{38D5F015-595B-4518-AB00-5DBE7BD41A01}" dt="2026-01-09T10:00:08.931" v="1000" actId="14100"/>
          <ac:spMkLst>
            <pc:docMk/>
            <pc:sldMk cId="1142689498" sldId="283"/>
            <ac:spMk id="3" creationId="{D92F6710-220C-1497-5BD5-CBCEE69971EB}"/>
          </ac:spMkLst>
        </pc:spChg>
        <pc:spChg chg="mod">
          <ac:chgData name="Shaik Javeed" userId="271a353cabf7fb2c" providerId="LiveId" clId="{38D5F015-595B-4518-AB00-5DBE7BD41A01}" dt="2026-01-09T10:00:05.813" v="999" actId="14100"/>
          <ac:spMkLst>
            <pc:docMk/>
            <pc:sldMk cId="1142689498" sldId="283"/>
            <ac:spMk id="4" creationId="{B39B60BC-1093-F283-D897-D49D7EA4F475}"/>
          </ac:spMkLst>
        </pc:spChg>
      </pc:sldChg>
      <pc:sldChg chg="modSp add mod">
        <pc:chgData name="Shaik Javeed" userId="271a353cabf7fb2c" providerId="LiveId" clId="{38D5F015-595B-4518-AB00-5DBE7BD41A01}" dt="2026-01-09T10:01:07.411" v="1003" actId="14100"/>
        <pc:sldMkLst>
          <pc:docMk/>
          <pc:sldMk cId="203729817" sldId="284"/>
        </pc:sldMkLst>
        <pc:spChg chg="mod">
          <ac:chgData name="Shaik Javeed" userId="271a353cabf7fb2c" providerId="LiveId" clId="{38D5F015-595B-4518-AB00-5DBE7BD41A01}" dt="2026-01-09T10:01:07.411" v="1003" actId="14100"/>
          <ac:spMkLst>
            <pc:docMk/>
            <pc:sldMk cId="203729817" sldId="284"/>
            <ac:spMk id="3" creationId="{625B82C5-32B5-69DE-AD2C-60D72E1DB6E4}"/>
          </ac:spMkLst>
        </pc:spChg>
        <pc:spChg chg="mod">
          <ac:chgData name="Shaik Javeed" userId="271a353cabf7fb2c" providerId="LiveId" clId="{38D5F015-595B-4518-AB00-5DBE7BD41A01}" dt="2026-01-09T10:01:04.431" v="1002" actId="14100"/>
          <ac:spMkLst>
            <pc:docMk/>
            <pc:sldMk cId="203729817" sldId="284"/>
            <ac:spMk id="4" creationId="{262C116B-6288-5622-DBEA-65F4479807A5}"/>
          </ac:spMkLst>
        </pc:spChg>
      </pc:sldChg>
      <pc:sldChg chg="modSp add mod">
        <pc:chgData name="Shaik Javeed" userId="271a353cabf7fb2c" providerId="LiveId" clId="{38D5F015-595B-4518-AB00-5DBE7BD41A01}" dt="2026-01-09T10:02:20.058" v="1005" actId="14100"/>
        <pc:sldMkLst>
          <pc:docMk/>
          <pc:sldMk cId="323996637" sldId="285"/>
        </pc:sldMkLst>
        <pc:spChg chg="mod">
          <ac:chgData name="Shaik Javeed" userId="271a353cabf7fb2c" providerId="LiveId" clId="{38D5F015-595B-4518-AB00-5DBE7BD41A01}" dt="2026-01-09T10:02:20.058" v="1005" actId="14100"/>
          <ac:spMkLst>
            <pc:docMk/>
            <pc:sldMk cId="323996637" sldId="285"/>
            <ac:spMk id="3" creationId="{44D2A03B-9074-8044-04D9-C909BC3C5998}"/>
          </ac:spMkLst>
        </pc:spChg>
        <pc:spChg chg="mod">
          <ac:chgData name="Shaik Javeed" userId="271a353cabf7fb2c" providerId="LiveId" clId="{38D5F015-595B-4518-AB00-5DBE7BD41A01}" dt="2026-01-09T10:02:16.459" v="1004" actId="14100"/>
          <ac:spMkLst>
            <pc:docMk/>
            <pc:sldMk cId="323996637" sldId="285"/>
            <ac:spMk id="4" creationId="{5364659F-395B-150C-DF5D-91DC25EE2C62}"/>
          </ac:spMkLst>
        </pc:spChg>
      </pc:sldChg>
      <pc:sldChg chg="modSp add mod">
        <pc:chgData name="Shaik Javeed" userId="271a353cabf7fb2c" providerId="LiveId" clId="{38D5F015-595B-4518-AB00-5DBE7BD41A01}" dt="2026-01-09T10:02:34.443" v="1008" actId="14100"/>
        <pc:sldMkLst>
          <pc:docMk/>
          <pc:sldMk cId="4449198" sldId="286"/>
        </pc:sldMkLst>
        <pc:spChg chg="mod">
          <ac:chgData name="Shaik Javeed" userId="271a353cabf7fb2c" providerId="LiveId" clId="{38D5F015-595B-4518-AB00-5DBE7BD41A01}" dt="2026-01-09T10:02:34.443" v="1008" actId="14100"/>
          <ac:spMkLst>
            <pc:docMk/>
            <pc:sldMk cId="4449198" sldId="286"/>
            <ac:spMk id="3" creationId="{54AFDA6F-52E0-4FDC-39CF-8DB0967E8810}"/>
          </ac:spMkLst>
        </pc:spChg>
        <pc:spChg chg="mod">
          <ac:chgData name="Shaik Javeed" userId="271a353cabf7fb2c" providerId="LiveId" clId="{38D5F015-595B-4518-AB00-5DBE7BD41A01}" dt="2026-01-09T10:02:31.091" v="1007" actId="14100"/>
          <ac:spMkLst>
            <pc:docMk/>
            <pc:sldMk cId="4449198" sldId="286"/>
            <ac:spMk id="4" creationId="{67BF1C03-3100-E540-135D-67A7D8DEE0CF}"/>
          </ac:spMkLst>
        </pc:spChg>
      </pc:sldChg>
      <pc:sldChg chg="modSp add mod">
        <pc:chgData name="Shaik Javeed" userId="271a353cabf7fb2c" providerId="LiveId" clId="{38D5F015-595B-4518-AB00-5DBE7BD41A01}" dt="2026-01-09T10:17:47.141" v="1101" actId="20577"/>
        <pc:sldMkLst>
          <pc:docMk/>
          <pc:sldMk cId="1283600828" sldId="287"/>
        </pc:sldMkLst>
        <pc:spChg chg="mod">
          <ac:chgData name="Shaik Javeed" userId="271a353cabf7fb2c" providerId="LiveId" clId="{38D5F015-595B-4518-AB00-5DBE7BD41A01}" dt="2026-01-09T10:17:47.141" v="1101" actId="20577"/>
          <ac:spMkLst>
            <pc:docMk/>
            <pc:sldMk cId="1283600828" sldId="287"/>
            <ac:spMk id="3" creationId="{D0064590-DF3A-D116-2D28-A0590A68D295}"/>
          </ac:spMkLst>
        </pc:spChg>
      </pc:sldChg>
      <pc:sldChg chg="add">
        <pc:chgData name="Shaik Javeed" userId="271a353cabf7fb2c" providerId="LiveId" clId="{38D5F015-595B-4518-AB00-5DBE7BD41A01}" dt="2026-01-09T10:07:28.403" v="1029" actId="2890"/>
        <pc:sldMkLst>
          <pc:docMk/>
          <pc:sldMk cId="2824845069" sldId="288"/>
        </pc:sldMkLst>
      </pc:sldChg>
      <pc:sldChg chg="add">
        <pc:chgData name="Shaik Javeed" userId="271a353cabf7fb2c" providerId="LiveId" clId="{38D5F015-595B-4518-AB00-5DBE7BD41A01}" dt="2026-01-09T10:10:49.499" v="1047" actId="2890"/>
        <pc:sldMkLst>
          <pc:docMk/>
          <pc:sldMk cId="2494046019" sldId="289"/>
        </pc:sldMkLst>
      </pc:sldChg>
      <pc:sldChg chg="add">
        <pc:chgData name="Shaik Javeed" userId="271a353cabf7fb2c" providerId="LiveId" clId="{38D5F015-595B-4518-AB00-5DBE7BD41A01}" dt="2026-01-09T10:13:19.229" v="1055" actId="2890"/>
        <pc:sldMkLst>
          <pc:docMk/>
          <pc:sldMk cId="1365793872" sldId="290"/>
        </pc:sldMkLst>
      </pc:sldChg>
      <pc:sldChg chg="modSp add del mod ord">
        <pc:chgData name="Shaik Javeed" userId="271a353cabf7fb2c" providerId="LiveId" clId="{38D5F015-595B-4518-AB00-5DBE7BD41A01}" dt="2026-01-09T10:20:11.889" v="1116"/>
        <pc:sldMkLst>
          <pc:docMk/>
          <pc:sldMk cId="2417714039" sldId="291"/>
        </pc:sldMkLst>
        <pc:spChg chg="mod">
          <ac:chgData name="Shaik Javeed" userId="271a353cabf7fb2c" providerId="LiveId" clId="{38D5F015-595B-4518-AB00-5DBE7BD41A01}" dt="2026-01-09T10:17:24.974" v="1097" actId="207"/>
          <ac:spMkLst>
            <pc:docMk/>
            <pc:sldMk cId="2417714039" sldId="291"/>
            <ac:spMk id="2" creationId="{BBD48464-0B52-52AD-F8D5-F4B6F500CF19}"/>
          </ac:spMkLst>
        </pc:spChg>
        <pc:spChg chg="mod">
          <ac:chgData name="Shaik Javeed" userId="271a353cabf7fb2c" providerId="LiveId" clId="{38D5F015-595B-4518-AB00-5DBE7BD41A01}" dt="2026-01-09T10:18:16.602" v="1105" actId="207"/>
          <ac:spMkLst>
            <pc:docMk/>
            <pc:sldMk cId="2417714039" sldId="291"/>
            <ac:spMk id="3" creationId="{9FE9A7CD-0619-6060-74EF-B2282891758C}"/>
          </ac:spMkLst>
        </pc:spChg>
        <pc:spChg chg="mod">
          <ac:chgData name="Shaik Javeed" userId="271a353cabf7fb2c" providerId="LiveId" clId="{38D5F015-595B-4518-AB00-5DBE7BD41A01}" dt="2026-01-09T10:17:20.405" v="1096" actId="14100"/>
          <ac:spMkLst>
            <pc:docMk/>
            <pc:sldMk cId="2417714039" sldId="291"/>
            <ac:spMk id="4" creationId="{1874C66F-4DB4-B31E-C21D-83C624CFB906}"/>
          </ac:spMkLst>
        </pc:spChg>
      </pc:sldChg>
      <pc:sldChg chg="add del">
        <pc:chgData name="Shaik Javeed" userId="271a353cabf7fb2c" providerId="LiveId" clId="{38D5F015-595B-4518-AB00-5DBE7BD41A01}" dt="2026-01-09T10:14:53.584" v="1071" actId="2890"/>
        <pc:sldMkLst>
          <pc:docMk/>
          <pc:sldMk cId="3290721701" sldId="291"/>
        </pc:sldMkLst>
      </pc:sldChg>
      <pc:sldChg chg="add del">
        <pc:chgData name="Shaik Javeed" userId="271a353cabf7fb2c" providerId="LiveId" clId="{38D5F015-595B-4518-AB00-5DBE7BD41A01}" dt="2026-01-09T10:18:37.853" v="1110" actId="2890"/>
        <pc:sldMkLst>
          <pc:docMk/>
          <pc:sldMk cId="3177028792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2038-45E8-0D59-7A0D-8198C614F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FB3F4-2046-EFEE-9868-AE51040FC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927BB-D0B7-9C0D-0110-2436A56C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F4E09-950D-DAC9-1052-BC93EF3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6E5D-6E1F-E22B-6B89-D9B7D6F1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68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2C3B-3E79-80A6-858E-7F61363B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D95B-742B-1622-AA4A-63833F074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9AC42-0B11-C51F-7D82-A05701F4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284FC-FB49-692F-AE29-8BBA8339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C83F-F806-3AAA-9FC1-6060743E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07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C8C6C-91F1-86B2-295C-66A3632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E8E66-BE3C-E532-DAE1-3DF76170D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516A-FD00-A3F0-7C29-9D208FD1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32DC8-F0F2-B5B1-016B-9521EF93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6F9C4-335B-7208-A5B3-A87F3B16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68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3039-7DCD-A30C-A913-19C4EC47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B348-07C2-0EFC-0BF0-5D5030550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6A69E-92AF-E3B9-9934-96DE3695A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01604-35FC-F23C-E5A8-EEB2583E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80AB4-D141-D7B7-8462-AC7A6B8D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2F033-170C-B028-7135-49E40AC0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02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9C54-21A4-5123-5A34-BBDFC503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94793-FF94-C050-9CB4-6E478C99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CD3A6-77D7-C80B-106B-3C279ECA2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9719E-622D-C6AC-9D59-B0703C235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F6DE9-1EAA-A8B7-6F0B-31ACF3727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1A93F-3FC2-1B54-D094-A0559506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FAA52B-83DF-9AC1-9E77-A82DC590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FC28A-4C21-DDBA-7751-21DAA0F9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7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F6A1-D30F-9D1B-1022-34248045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06BAB-49FC-4A0F-F824-D9985992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90D4A0-CF5C-077B-ADE5-087587C8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FF74-DBA4-483B-C948-D41C3394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9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43E89-85EE-9669-DEA1-AC7C6FBD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212BF-2EB2-49C9-11E3-C3505B90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1A6B-822E-E6C6-57FB-AAEE4AF0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22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E524-5557-2F2E-D92D-077091B2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CC7F6-A738-86F7-3AA1-0B5230E2B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16DCC-4D63-E452-7797-B56F9C874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CF6F1-7BF2-7581-6BCC-E775A077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2EFCB-E050-5C2D-A703-5F88808D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DEE8F-90C0-5485-B297-736E94BE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5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205D-7525-003B-D8D5-767B2BACC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AB209-9DC6-B763-8F5D-18C63C9E3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138BC-0881-FB04-2A08-9D87B6676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8FCB6-A394-12CC-E14D-B28BB27F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AAD64-5867-0664-4F03-A7EB838E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A5364-3FD5-E20C-22C0-C89DCCBD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44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F249-6FAA-6F4B-5E49-949B9D7B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DAD3B-E348-24C7-043B-4E59C375A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0A0FC-9656-4F25-69BE-3C84C1187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CF48B-EE3A-6ED9-D4E2-7C6D3146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F901-6AA2-BE58-D735-B0841DDF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14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B8827A-EF25-F2E2-D986-639A50836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B989D-6890-9077-D6CB-68E6A8704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7273-9700-4BF8-21F3-7B7D18DA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4331-38CF-5ACF-0E69-5EC8EBEA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A1E47-A4C2-F764-0B63-48C475E6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1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AC004-FD8C-6F1A-C2B4-E938E1C0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02771-4EF7-7A32-72F0-114A421C0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DED20-E1C5-0640-645C-A8BCE789A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BB1B6-2961-4CAD-B337-77A4D9A94FD2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6A16B-A067-CA86-FEFB-EC97ACA79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AACD-1F13-6B38-F1C7-9237CE6FA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C9B79-F186-49C9-BDD4-AAD997CE92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8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90F4-B5EF-8989-F276-82BA704F8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6413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ADVENTURE WORK CYCLES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3165F-41D4-7881-BB3D-81B8A1DA2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4013"/>
            <a:ext cx="9144000" cy="5889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COMMERCIAL AND SALES INSIGHTS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Graphic 4" descr="A bicycle">
            <a:extLst>
              <a:ext uri="{FF2B5EF4-FFF2-40B4-BE49-F238E27FC236}">
                <a16:creationId xmlns:a16="http://schemas.microsoft.com/office/drawing/2014/main" id="{F1952038-BAB5-37B6-5521-6856F6ADF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032" y="5244588"/>
            <a:ext cx="2190135" cy="219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32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C4CF3-6403-957D-2A0F-8BBF7387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F87C-90FE-85AF-5648-F454AB27E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045" y="299322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TEAM MEMBERS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D23B7B-9639-9D69-0AE1-63B6C21178B7}"/>
              </a:ext>
            </a:extLst>
          </p:cNvPr>
          <p:cNvGrpSpPr/>
          <p:nvPr/>
        </p:nvGrpSpPr>
        <p:grpSpPr>
          <a:xfrm>
            <a:off x="-6677187" y="1435509"/>
            <a:ext cx="6576333" cy="4217070"/>
            <a:chOff x="470864" y="1543664"/>
            <a:chExt cx="6576333" cy="42170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EDC0DA-49E4-7D50-39B0-678DD6075CDA}"/>
                </a:ext>
              </a:extLst>
            </p:cNvPr>
            <p:cNvGrpSpPr/>
            <p:nvPr/>
          </p:nvGrpSpPr>
          <p:grpSpPr>
            <a:xfrm>
              <a:off x="470866" y="1543664"/>
              <a:ext cx="4053057" cy="580103"/>
              <a:chOff x="470866" y="1543664"/>
              <a:chExt cx="4053057" cy="580103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9B2FF2BA-5C6E-223E-D99F-9EA450EC92D7}"/>
                  </a:ext>
                </a:extLst>
              </p:cNvPr>
              <p:cNvSpPr/>
              <p:nvPr/>
            </p:nvSpPr>
            <p:spPr>
              <a:xfrm>
                <a:off x="470866" y="1543664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DB1D0C-AFE7-3392-53EF-DDDBCC4BA659}"/>
                  </a:ext>
                </a:extLst>
              </p:cNvPr>
              <p:cNvSpPr txBox="1"/>
              <p:nvPr/>
            </p:nvSpPr>
            <p:spPr>
              <a:xfrm>
                <a:off x="1035789" y="1664833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MANISHA PRADHAN</a:t>
                </a:r>
                <a:endParaRPr lang="en-IN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A0C788-91D6-D08B-80B7-49CFDF891475}"/>
                </a:ext>
              </a:extLst>
            </p:cNvPr>
            <p:cNvGrpSpPr/>
            <p:nvPr/>
          </p:nvGrpSpPr>
          <p:grpSpPr>
            <a:xfrm>
              <a:off x="470865" y="2271252"/>
              <a:ext cx="4053058" cy="580103"/>
              <a:chOff x="470865" y="2271252"/>
              <a:chExt cx="4053058" cy="580103"/>
            </a:xfrm>
          </p:grpSpPr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B59E5336-AE05-78B6-E1BE-3775598C06D4}"/>
                  </a:ext>
                </a:extLst>
              </p:cNvPr>
              <p:cNvSpPr/>
              <p:nvPr/>
            </p:nvSpPr>
            <p:spPr>
              <a:xfrm>
                <a:off x="470865" y="2271252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C6A7EE-04A8-8F15-726F-DAB236AE5D7B}"/>
                  </a:ext>
                </a:extLst>
              </p:cNvPr>
              <p:cNvSpPr txBox="1"/>
              <p:nvPr/>
            </p:nvSpPr>
            <p:spPr>
              <a:xfrm>
                <a:off x="1035789" y="2405851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VIJAY KAMAT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23E9E1B-2F92-02AF-3298-09FB83430254}"/>
                </a:ext>
              </a:extLst>
            </p:cNvPr>
            <p:cNvGrpSpPr/>
            <p:nvPr/>
          </p:nvGrpSpPr>
          <p:grpSpPr>
            <a:xfrm>
              <a:off x="484098" y="5180631"/>
              <a:ext cx="6543649" cy="580103"/>
              <a:chOff x="484098" y="5180631"/>
              <a:chExt cx="6543649" cy="580103"/>
            </a:xfrm>
          </p:grpSpPr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58BA78CF-9A96-F227-4817-AA8192CCFA5F}"/>
                  </a:ext>
                </a:extLst>
              </p:cNvPr>
              <p:cNvSpPr/>
              <p:nvPr/>
            </p:nvSpPr>
            <p:spPr>
              <a:xfrm>
                <a:off x="484098" y="5180631"/>
                <a:ext cx="551691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BD126E-6635-21A3-3B3C-3FF7E13DC92E}"/>
                  </a:ext>
                </a:extLst>
              </p:cNvPr>
              <p:cNvSpPr txBox="1"/>
              <p:nvPr/>
            </p:nvSpPr>
            <p:spPr>
              <a:xfrm>
                <a:off x="1022554" y="5286016"/>
                <a:ext cx="60051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ANIRUDDHA KIRAN SATALE</a:t>
                </a:r>
                <a:endParaRPr lang="en-IN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D1DD497-A466-0DE4-7C25-2FF6E5FB5DFD}"/>
                </a:ext>
              </a:extLst>
            </p:cNvPr>
            <p:cNvGrpSpPr/>
            <p:nvPr/>
          </p:nvGrpSpPr>
          <p:grpSpPr>
            <a:xfrm>
              <a:off x="470864" y="2998840"/>
              <a:ext cx="4053059" cy="580103"/>
              <a:chOff x="470864" y="2998840"/>
              <a:chExt cx="4053059" cy="580103"/>
            </a:xfrm>
          </p:grpSpPr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BF94E875-2539-6687-F87C-80A54A672CCB}"/>
                  </a:ext>
                </a:extLst>
              </p:cNvPr>
              <p:cNvSpPr/>
              <p:nvPr/>
            </p:nvSpPr>
            <p:spPr>
              <a:xfrm>
                <a:off x="470864" y="2998840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B065107-AFA0-0B45-702D-8658B4997E73}"/>
                  </a:ext>
                </a:extLst>
              </p:cNvPr>
              <p:cNvSpPr txBox="1"/>
              <p:nvPr/>
            </p:nvSpPr>
            <p:spPr>
              <a:xfrm>
                <a:off x="1035789" y="3132466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VARALA PRIYANKA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1E2EF27-C781-1D90-7845-4526010C6C1D}"/>
                </a:ext>
              </a:extLst>
            </p:cNvPr>
            <p:cNvGrpSpPr/>
            <p:nvPr/>
          </p:nvGrpSpPr>
          <p:grpSpPr>
            <a:xfrm>
              <a:off x="484099" y="3727401"/>
              <a:ext cx="6563098" cy="580103"/>
              <a:chOff x="484099" y="3727401"/>
              <a:chExt cx="6563098" cy="580103"/>
            </a:xfrm>
          </p:grpSpPr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1F454E30-756C-F63F-21EF-15D34F0252B2}"/>
                  </a:ext>
                </a:extLst>
              </p:cNvPr>
              <p:cNvSpPr/>
              <p:nvPr/>
            </p:nvSpPr>
            <p:spPr>
              <a:xfrm>
                <a:off x="484099" y="3727401"/>
                <a:ext cx="538456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744115-5A37-8231-2F2E-DB3224A60741}"/>
                  </a:ext>
                </a:extLst>
              </p:cNvPr>
              <p:cNvSpPr txBox="1"/>
              <p:nvPr/>
            </p:nvSpPr>
            <p:spPr>
              <a:xfrm>
                <a:off x="1035789" y="3859081"/>
                <a:ext cx="6011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PODAGATLAPALLI SHANMUKHA VENKATA SAI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49039C-B960-6174-EAC5-62E8E246AD6C}"/>
                </a:ext>
              </a:extLst>
            </p:cNvPr>
            <p:cNvGrpSpPr/>
            <p:nvPr/>
          </p:nvGrpSpPr>
          <p:grpSpPr>
            <a:xfrm>
              <a:off x="484099" y="4454016"/>
              <a:ext cx="4039824" cy="580103"/>
              <a:chOff x="484099" y="4454016"/>
              <a:chExt cx="4039824" cy="580103"/>
            </a:xfrm>
          </p:grpSpPr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E0414615-4D45-C41C-F072-EF6191950B79}"/>
                  </a:ext>
                </a:extLst>
              </p:cNvPr>
              <p:cNvSpPr/>
              <p:nvPr/>
            </p:nvSpPr>
            <p:spPr>
              <a:xfrm>
                <a:off x="484099" y="4454016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B1903C-00D1-6A5F-D082-0E30D862CCA2}"/>
                  </a:ext>
                </a:extLst>
              </p:cNvPr>
              <p:cNvSpPr txBox="1"/>
              <p:nvPr/>
            </p:nvSpPr>
            <p:spPr>
              <a:xfrm>
                <a:off x="1035789" y="4572548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SHAIK JAVEED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6770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1E117-2372-1669-39B3-F6EBFD78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0598-6E96-BE11-C303-FAC88D3FF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TEAM MEMBERS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FC2BD9-361B-C9EB-9C5C-7EED49E5E36E}"/>
              </a:ext>
            </a:extLst>
          </p:cNvPr>
          <p:cNvGrpSpPr/>
          <p:nvPr/>
        </p:nvGrpSpPr>
        <p:grpSpPr>
          <a:xfrm>
            <a:off x="470864" y="1543664"/>
            <a:ext cx="6576333" cy="4217070"/>
            <a:chOff x="470864" y="1543664"/>
            <a:chExt cx="6576333" cy="42170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2A7856E-DED1-8E89-5F5D-6DEE190C71A9}"/>
                </a:ext>
              </a:extLst>
            </p:cNvPr>
            <p:cNvGrpSpPr/>
            <p:nvPr/>
          </p:nvGrpSpPr>
          <p:grpSpPr>
            <a:xfrm>
              <a:off x="470866" y="1543664"/>
              <a:ext cx="4053057" cy="580103"/>
              <a:chOff x="470866" y="1543664"/>
              <a:chExt cx="4053057" cy="580103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AAA10BCB-A9B6-6EE8-AC50-CD3F8311D01A}"/>
                  </a:ext>
                </a:extLst>
              </p:cNvPr>
              <p:cNvSpPr/>
              <p:nvPr/>
            </p:nvSpPr>
            <p:spPr>
              <a:xfrm>
                <a:off x="470866" y="1543664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E6EE1F-A20A-649A-34C0-D8858080D25F}"/>
                  </a:ext>
                </a:extLst>
              </p:cNvPr>
              <p:cNvSpPr txBox="1"/>
              <p:nvPr/>
            </p:nvSpPr>
            <p:spPr>
              <a:xfrm>
                <a:off x="1035789" y="1664833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MANISHA PRADHAN</a:t>
                </a:r>
                <a:endParaRPr lang="en-IN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8B8E057-664E-8149-D7A4-61E2B59819C7}"/>
                </a:ext>
              </a:extLst>
            </p:cNvPr>
            <p:cNvGrpSpPr/>
            <p:nvPr/>
          </p:nvGrpSpPr>
          <p:grpSpPr>
            <a:xfrm>
              <a:off x="470865" y="2271252"/>
              <a:ext cx="4053058" cy="580103"/>
              <a:chOff x="470865" y="2271252"/>
              <a:chExt cx="4053058" cy="580103"/>
            </a:xfrm>
          </p:grpSpPr>
          <p:sp>
            <p:nvSpPr>
              <p:cNvPr id="11" name="Arrow: Right 10">
                <a:extLst>
                  <a:ext uri="{FF2B5EF4-FFF2-40B4-BE49-F238E27FC236}">
                    <a16:creationId xmlns:a16="http://schemas.microsoft.com/office/drawing/2014/main" id="{F17DA14C-B82F-DC75-02F1-AE204D7A2844}"/>
                  </a:ext>
                </a:extLst>
              </p:cNvPr>
              <p:cNvSpPr/>
              <p:nvPr/>
            </p:nvSpPr>
            <p:spPr>
              <a:xfrm>
                <a:off x="470865" y="2271252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F7DC7D-D3D3-5DC5-7754-A8DD342DAB4F}"/>
                  </a:ext>
                </a:extLst>
              </p:cNvPr>
              <p:cNvSpPr txBox="1"/>
              <p:nvPr/>
            </p:nvSpPr>
            <p:spPr>
              <a:xfrm>
                <a:off x="1035789" y="2405851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VIJAY KAMAT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B5DC852-FD98-ADDC-E359-E7F0BCB7EC0F}"/>
                </a:ext>
              </a:extLst>
            </p:cNvPr>
            <p:cNvGrpSpPr/>
            <p:nvPr/>
          </p:nvGrpSpPr>
          <p:grpSpPr>
            <a:xfrm>
              <a:off x="484098" y="5180631"/>
              <a:ext cx="6543649" cy="580103"/>
              <a:chOff x="484098" y="5180631"/>
              <a:chExt cx="6543649" cy="580103"/>
            </a:xfrm>
          </p:grpSpPr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8DAC685A-E8AA-D284-18E7-C29BB7973200}"/>
                  </a:ext>
                </a:extLst>
              </p:cNvPr>
              <p:cNvSpPr/>
              <p:nvPr/>
            </p:nvSpPr>
            <p:spPr>
              <a:xfrm>
                <a:off x="484098" y="5180631"/>
                <a:ext cx="551691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F520A5-7488-800E-C7D3-BFA1ED341DFC}"/>
                  </a:ext>
                </a:extLst>
              </p:cNvPr>
              <p:cNvSpPr txBox="1"/>
              <p:nvPr/>
            </p:nvSpPr>
            <p:spPr>
              <a:xfrm>
                <a:off x="1022554" y="5286016"/>
                <a:ext cx="60051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ANIRUDDHA KIRAN SATALE</a:t>
                </a:r>
                <a:endParaRPr lang="en-IN" dirty="0">
                  <a:solidFill>
                    <a:schemeClr val="bg1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5725594-FF25-0700-0DB2-CD13BB7AB071}"/>
                </a:ext>
              </a:extLst>
            </p:cNvPr>
            <p:cNvGrpSpPr/>
            <p:nvPr/>
          </p:nvGrpSpPr>
          <p:grpSpPr>
            <a:xfrm>
              <a:off x="470864" y="2998840"/>
              <a:ext cx="4053059" cy="580103"/>
              <a:chOff x="470864" y="2998840"/>
              <a:chExt cx="4053059" cy="580103"/>
            </a:xfrm>
          </p:grpSpPr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E88FC9A9-38D8-DCA4-4645-A202FF526C58}"/>
                  </a:ext>
                </a:extLst>
              </p:cNvPr>
              <p:cNvSpPr/>
              <p:nvPr/>
            </p:nvSpPr>
            <p:spPr>
              <a:xfrm>
                <a:off x="470864" y="2998840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E4473C-16AF-D820-828E-E531D5A88DD3}"/>
                  </a:ext>
                </a:extLst>
              </p:cNvPr>
              <p:cNvSpPr txBox="1"/>
              <p:nvPr/>
            </p:nvSpPr>
            <p:spPr>
              <a:xfrm>
                <a:off x="1035789" y="3132466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VARALA PRIYANKA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797C26C-07C8-DFF2-E488-1E5D921CC6B7}"/>
                </a:ext>
              </a:extLst>
            </p:cNvPr>
            <p:cNvGrpSpPr/>
            <p:nvPr/>
          </p:nvGrpSpPr>
          <p:grpSpPr>
            <a:xfrm>
              <a:off x="484099" y="3727401"/>
              <a:ext cx="6563098" cy="580103"/>
              <a:chOff x="484099" y="3727401"/>
              <a:chExt cx="6563098" cy="580103"/>
            </a:xfrm>
          </p:grpSpPr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01031F9C-B6EB-7B8D-3928-A0B7998C5A4D}"/>
                  </a:ext>
                </a:extLst>
              </p:cNvPr>
              <p:cNvSpPr/>
              <p:nvPr/>
            </p:nvSpPr>
            <p:spPr>
              <a:xfrm>
                <a:off x="484099" y="3727401"/>
                <a:ext cx="538456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BA0A10-51BC-2D4A-3019-A9CC65D3097A}"/>
                  </a:ext>
                </a:extLst>
              </p:cNvPr>
              <p:cNvSpPr txBox="1"/>
              <p:nvPr/>
            </p:nvSpPr>
            <p:spPr>
              <a:xfrm>
                <a:off x="1035789" y="3859081"/>
                <a:ext cx="6011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PODAGATLAPALLI SHANMUKHA VENKATA SAI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FC427A0-FEBF-28C5-1033-2646C14BF1C4}"/>
                </a:ext>
              </a:extLst>
            </p:cNvPr>
            <p:cNvGrpSpPr/>
            <p:nvPr/>
          </p:nvGrpSpPr>
          <p:grpSpPr>
            <a:xfrm>
              <a:off x="484099" y="4454016"/>
              <a:ext cx="4039824" cy="580103"/>
              <a:chOff x="484099" y="4454016"/>
              <a:chExt cx="4039824" cy="580103"/>
            </a:xfrm>
          </p:grpSpPr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36DFDC4B-8957-E385-3EFA-76AB0AC70052}"/>
                  </a:ext>
                </a:extLst>
              </p:cNvPr>
              <p:cNvSpPr/>
              <p:nvPr/>
            </p:nvSpPr>
            <p:spPr>
              <a:xfrm>
                <a:off x="484099" y="4454016"/>
                <a:ext cx="551690" cy="580103"/>
              </a:xfrm>
              <a:prstGeom prst="rightArrow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4A2C01-1489-C3BB-DF3C-DDF1274B6D3A}"/>
                  </a:ext>
                </a:extLst>
              </p:cNvPr>
              <p:cNvSpPr txBox="1"/>
              <p:nvPr/>
            </p:nvSpPr>
            <p:spPr>
              <a:xfrm>
                <a:off x="1035789" y="4572548"/>
                <a:ext cx="3488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SHAIK JAVEED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4046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E8631-F398-ABB3-5CD2-757B79CC3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B5B58D-34CC-2FE7-31EA-13305C5BD2C3}"/>
              </a:ext>
            </a:extLst>
          </p:cNvPr>
          <p:cNvSpPr/>
          <p:nvPr/>
        </p:nvSpPr>
        <p:spPr>
          <a:xfrm>
            <a:off x="4336026" y="335037"/>
            <a:ext cx="3873911" cy="825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5187C-EF51-0BE5-A6C9-63C8BCC2B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ial Black" panose="020B0A04020102020204" pitchFamily="34" charset="0"/>
              </a:rPr>
              <a:t>INTRODUCTION</a:t>
            </a:r>
            <a:endParaRPr lang="en-IN" sz="30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D42E9-BB9C-F240-8F92-D1ABD228B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448543"/>
            <a:ext cx="9104670" cy="482786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Arial Black" panose="020B0A04020102020204" pitchFamily="34" charset="0"/>
              </a:rPr>
              <a:t>DOMAIN: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Adventure Work Cycles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PROBLEM STATEMENT: </a:t>
            </a:r>
            <a:r>
              <a:rPr lang="en-IN" dirty="0"/>
              <a:t>Adventure Work Cycles aims to enhance product performance, customer segmentation, and regional profitability through integrated business intelligence tools and SQL-driven analysis.</a:t>
            </a:r>
          </a:p>
          <a:p>
            <a:pPr algn="l"/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OBJECTIVE: </a:t>
            </a:r>
            <a:r>
              <a:rPr lang="en-IN" dirty="0"/>
              <a:t>Deliver actionable insights using Excel, Tableau, Power BI, and SQL to support strategic decision-making.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PROJECT SCOPE: </a:t>
            </a:r>
            <a:r>
              <a:rPr lang="en-IN" dirty="0"/>
              <a:t>The project covers sales performance, customer demographics, product profitability, and regional market trends to provide comprehensive commercial insights.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10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17178-47FC-3126-6F8B-DCCE259D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6539F9-7970-74DF-F46E-5B18AB5CC5CA}"/>
              </a:ext>
            </a:extLst>
          </p:cNvPr>
          <p:cNvSpPr/>
          <p:nvPr/>
        </p:nvSpPr>
        <p:spPr>
          <a:xfrm>
            <a:off x="1641988" y="1189702"/>
            <a:ext cx="8780206" cy="82591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D7070-4937-5528-8158-F249EB317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7B6E1-C4BA-B28D-0F12-86B1F4FE9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448543"/>
            <a:ext cx="9104670" cy="482786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Arial Black" panose="020B0A04020102020204" pitchFamily="34" charset="0"/>
              </a:rPr>
              <a:t>DOMAIN: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Adventure Work Cycles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PROBLEM STATEMENT: </a:t>
            </a:r>
            <a:r>
              <a:rPr lang="en-IN" dirty="0"/>
              <a:t>Adventure Work Cycles aims to enhance product performance, customer segmentation, and regional profitability through integrated business intelligence tools and SQL-driven analysis.</a:t>
            </a:r>
          </a:p>
          <a:p>
            <a:pPr algn="l"/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OBJECTIVE: </a:t>
            </a:r>
            <a:r>
              <a:rPr lang="en-IN" dirty="0"/>
              <a:t>Deliver actionable insights using Excel, Tableau, Power BI, and SQL to support strategic decision-making.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PROJECT SCOPE: </a:t>
            </a:r>
            <a:r>
              <a:rPr lang="en-IN" dirty="0"/>
              <a:t>The project covers sales performance, customer demographics, product profitability, and regional market trends to provide comprehensive commercial insights.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45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45BC7-C563-FE78-9255-E9CA5CFE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04CAB6-F77E-6161-0A42-73E38C11E1E0}"/>
              </a:ext>
            </a:extLst>
          </p:cNvPr>
          <p:cNvSpPr/>
          <p:nvPr/>
        </p:nvSpPr>
        <p:spPr>
          <a:xfrm>
            <a:off x="1641988" y="2192593"/>
            <a:ext cx="8780206" cy="123640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CCC8E-B725-9A3E-E90E-0083CD591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AA31C-B67B-B001-5F49-28CDF74E6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448543"/>
            <a:ext cx="9104670" cy="482786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DOMAIN: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Adventure Work Cycles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PROBLEM STATEMENT: </a:t>
            </a:r>
            <a:r>
              <a:rPr lang="en-IN" dirty="0"/>
              <a:t>Adventure Work Cycles aims to enhance product performance, customer segmentation, and regional profitability through integrated business intelligence tools and SQL-driven analysis.</a:t>
            </a:r>
          </a:p>
          <a:p>
            <a:pPr algn="l"/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OBJECTIVE: </a:t>
            </a:r>
            <a:r>
              <a:rPr lang="en-IN" dirty="0"/>
              <a:t>Deliver actionable insights using Excel, Tableau, Power BI, and SQL to support strategic decision-making.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PROJECT SCOPE: </a:t>
            </a:r>
            <a:r>
              <a:rPr lang="en-IN" dirty="0"/>
              <a:t>The project covers sales performance, customer demographics, product profitability, and regional market trends to provide comprehensive commercial insights.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473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9A7E6-1D4B-E613-87E8-8604FA6E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E339DE-D32E-AA6B-EA88-CF8DFCF13585}"/>
              </a:ext>
            </a:extLst>
          </p:cNvPr>
          <p:cNvSpPr/>
          <p:nvPr/>
        </p:nvSpPr>
        <p:spPr>
          <a:xfrm>
            <a:off x="1705897" y="3696929"/>
            <a:ext cx="8780206" cy="105205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A9E53-683A-175F-0000-91652211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130BD-D7FA-03E9-0C5F-A0D367E5E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448543"/>
            <a:ext cx="9104670" cy="482786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DOMAIN: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Adventure Work Cycles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Black" panose="020B0A04020102020204" pitchFamily="34" charset="0"/>
              </a:rPr>
              <a:t>PROBLEM STATEMENT: </a:t>
            </a:r>
            <a:r>
              <a:rPr lang="en-IN" dirty="0">
                <a:solidFill>
                  <a:schemeClr val="bg1"/>
                </a:solidFill>
              </a:rPr>
              <a:t>Adventure Work Cycles aims to enhance product performance, customer segmentation, and regional profitability through integrated business intelligence tools and SQL-driven analysis.</a:t>
            </a:r>
          </a:p>
          <a:p>
            <a:pPr algn="l"/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OBJECTIVE: </a:t>
            </a:r>
            <a:r>
              <a:rPr lang="en-IN" dirty="0"/>
              <a:t>Deliver actionable insights using Excel, Tableau, Power BI, and SQL to support strategic decision-making.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PROJECT SCOPE: </a:t>
            </a:r>
            <a:r>
              <a:rPr lang="en-IN" dirty="0"/>
              <a:t>The project covers sales performance, customer demographics, product profitability, and regional market trends to provide comprehensive commercial insights.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633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B2167-4F48-6BBB-D92D-5F267E5A4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DC0E57-DEB6-F0B7-CCFD-F9EED109054A}"/>
              </a:ext>
            </a:extLst>
          </p:cNvPr>
          <p:cNvSpPr/>
          <p:nvPr/>
        </p:nvSpPr>
        <p:spPr>
          <a:xfrm>
            <a:off x="1705897" y="5004620"/>
            <a:ext cx="8780206" cy="105205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69250-B4B0-BF9C-479C-6C4A0E756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027" y="473433"/>
            <a:ext cx="3873910" cy="549121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INTRODUCTION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30C0C-52BA-3FC7-81F6-211B0C5A2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448543"/>
            <a:ext cx="9104670" cy="4827869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DOMAIN: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Adventure Work Cycles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Black" panose="020B0A04020102020204" pitchFamily="34" charset="0"/>
              </a:rPr>
              <a:t>PROBLEM STATEMENT: </a:t>
            </a:r>
            <a:r>
              <a:rPr lang="en-IN" dirty="0">
                <a:solidFill>
                  <a:schemeClr val="bg1"/>
                </a:solidFill>
              </a:rPr>
              <a:t>Adventure Work Cycles aims to enhance product performance, customer segmentation, and regional profitability through integrated business intelligence tools and SQL-driven analysis.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bg1"/>
                </a:solidFill>
                <a:latin typeface="Arial Black" panose="020B0A04020102020204" pitchFamily="34" charset="0"/>
              </a:rPr>
              <a:t>OBJECTIVE: </a:t>
            </a:r>
            <a:r>
              <a:rPr lang="en-IN" dirty="0">
                <a:solidFill>
                  <a:schemeClr val="bg1"/>
                </a:solidFill>
              </a:rPr>
              <a:t>Deliver actionable insights using Excel, Tableau, Power BI, and SQL to support strategic decision-making.</a:t>
            </a:r>
          </a:p>
          <a:p>
            <a:pPr algn="l"/>
            <a:endParaRPr lang="en-IN" dirty="0">
              <a:solidFill>
                <a:schemeClr val="bg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800" b="1" dirty="0">
                <a:latin typeface="Arial Black" panose="020B0A04020102020204" pitchFamily="34" charset="0"/>
              </a:rPr>
              <a:t>PROJECT SCOPE: </a:t>
            </a:r>
            <a:r>
              <a:rPr lang="en-IN" dirty="0"/>
              <a:t>The project covers sales performance, customer demographics, product profitability, and regional market trends to provide comprehensive commercial insights.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92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978F8-4055-70C7-1E46-C39D477D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182DE8-96EE-8423-89B1-9067292F7317}"/>
              </a:ext>
            </a:extLst>
          </p:cNvPr>
          <p:cNvSpPr/>
          <p:nvPr/>
        </p:nvSpPr>
        <p:spPr>
          <a:xfrm>
            <a:off x="3982065" y="483266"/>
            <a:ext cx="4630993" cy="54912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0CCA1-3C53-6004-465A-46A1412F5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065" y="483266"/>
            <a:ext cx="4699819" cy="549121"/>
          </a:xfrm>
        </p:spPr>
        <p:txBody>
          <a:bodyPr>
            <a:noAutofit/>
          </a:bodyPr>
          <a:lstStyle/>
          <a:p>
            <a:r>
              <a:rPr lang="en-US" sz="3000" dirty="0">
                <a:latin typeface="Arial Black" panose="020B0A04020102020204" pitchFamily="34" charset="0"/>
              </a:rPr>
              <a:t>KPI’S AND INSIGHTS</a:t>
            </a:r>
            <a:endParaRPr lang="en-IN" sz="30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1850C-D846-4EB0-0CB9-B9CA08C18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238865"/>
            <a:ext cx="9104670" cy="5037547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latin typeface="Arial Black" panose="020B0A04020102020204" pitchFamily="34" charset="0"/>
              </a:rPr>
              <a:t>KEY PERFORMANCE INDICATORS:</a:t>
            </a:r>
            <a:endParaRPr lang="en-IN" sz="1900" dirty="0">
              <a:latin typeface="Arial Black" panose="020B0A04020102020204" pitchFamily="34" charset="0"/>
            </a:endParaRPr>
          </a:p>
          <a:p>
            <a:pPr lvl="0" algn="l"/>
            <a:r>
              <a:rPr lang="en-IN" dirty="0"/>
              <a:t>     Total Sales:- $29.4M</a:t>
            </a:r>
          </a:p>
          <a:p>
            <a:pPr lvl="0" algn="l"/>
            <a:r>
              <a:rPr lang="en-IN" dirty="0"/>
              <a:t>     Total Profit:- $12.1M</a:t>
            </a:r>
          </a:p>
          <a:p>
            <a:pPr lvl="0" algn="l"/>
            <a:r>
              <a:rPr lang="en-IN" dirty="0"/>
              <a:t>     Production Cost:- $17.3M</a:t>
            </a:r>
          </a:p>
          <a:p>
            <a:pPr lvl="0" algn="l"/>
            <a:r>
              <a:rPr lang="en-IN" dirty="0"/>
              <a:t>     Tax Amount:- $2.3M</a:t>
            </a:r>
          </a:p>
          <a:p>
            <a:pPr lvl="0" algn="l"/>
            <a:r>
              <a:rPr lang="en-IN" dirty="0"/>
              <a:t>     Products Purchased per Order:- 2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latin typeface="Arial Black" panose="020B0A04020102020204" pitchFamily="34" charset="0"/>
              </a:rPr>
              <a:t>INSIGHTS:</a:t>
            </a:r>
            <a:endParaRPr lang="en-IN" sz="1900" dirty="0">
              <a:latin typeface="Arial Black" panose="020B0A04020102020204" pitchFamily="34" charset="0"/>
            </a:endParaRPr>
          </a:p>
          <a:p>
            <a:pPr lvl="0" algn="l"/>
            <a:r>
              <a:rPr lang="en-IN" dirty="0"/>
              <a:t>     Top-selling model:- Mountain-200 ($7.9M)</a:t>
            </a:r>
          </a:p>
          <a:p>
            <a:pPr lvl="0" algn="l"/>
            <a:r>
              <a:rPr lang="en-IN" dirty="0"/>
              <a:t>     Top-selling Product Category:- Bikes ($8M)</a:t>
            </a:r>
          </a:p>
          <a:p>
            <a:pPr lvl="0" algn="l"/>
            <a:r>
              <a:rPr lang="en-IN" dirty="0"/>
              <a:t>     Gender wise sales:- Male ($14.5M), Female ($14.8M)</a:t>
            </a:r>
          </a:p>
          <a:p>
            <a:pPr lvl="0" algn="l"/>
            <a:r>
              <a:rPr lang="en-IN" dirty="0"/>
              <a:t>     Highest profit margin:- United States (35.81%)</a:t>
            </a:r>
          </a:p>
          <a:p>
            <a:pPr lvl="0" algn="l"/>
            <a:r>
              <a:rPr lang="en-IN" dirty="0"/>
              <a:t>     Peak sales month:- December ($3.2M)</a:t>
            </a:r>
          </a:p>
          <a:p>
            <a:pPr lvl="0" algn="l"/>
            <a:r>
              <a:rPr lang="en-IN" dirty="0"/>
              <a:t>     High Revenue Generated by Year and Day :- 2013($16.4M)  - Tuesday($4M)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9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0E95D-A82C-D40B-1F8A-605F2B4A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16B2CA-2926-20B0-C9C0-295888EF74E1}"/>
              </a:ext>
            </a:extLst>
          </p:cNvPr>
          <p:cNvSpPr/>
          <p:nvPr/>
        </p:nvSpPr>
        <p:spPr>
          <a:xfrm>
            <a:off x="1376517" y="1120135"/>
            <a:ext cx="9202993" cy="230886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12573-F774-CCC3-C8C6-C5E0F6A2A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065" y="483266"/>
            <a:ext cx="4699819" cy="549121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KPI’S AND INSIGHTS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2E874-DB8E-F13C-EDB3-D3D1CD541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238865"/>
            <a:ext cx="9104670" cy="5037547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latin typeface="Arial Black" panose="020B0A04020102020204" pitchFamily="34" charset="0"/>
              </a:rPr>
              <a:t>KEY PERFORMANCE INDICATORS:</a:t>
            </a:r>
            <a:endParaRPr lang="en-IN" sz="1900" dirty="0">
              <a:latin typeface="Arial Black" panose="020B0A04020102020204" pitchFamily="34" charset="0"/>
            </a:endParaRPr>
          </a:p>
          <a:p>
            <a:pPr lvl="0" algn="l"/>
            <a:r>
              <a:rPr lang="en-IN" dirty="0"/>
              <a:t>     Total Sales:- $29.4M</a:t>
            </a:r>
          </a:p>
          <a:p>
            <a:pPr lvl="0" algn="l"/>
            <a:r>
              <a:rPr lang="en-IN" dirty="0"/>
              <a:t>     Total Profit:- $12.1M</a:t>
            </a:r>
          </a:p>
          <a:p>
            <a:pPr lvl="0" algn="l"/>
            <a:r>
              <a:rPr lang="en-IN" dirty="0"/>
              <a:t>     Production Cost:- $17.3M</a:t>
            </a:r>
          </a:p>
          <a:p>
            <a:pPr lvl="0" algn="l"/>
            <a:r>
              <a:rPr lang="en-IN" dirty="0"/>
              <a:t>     Tax Amount:- $2.3M</a:t>
            </a:r>
          </a:p>
          <a:p>
            <a:pPr lvl="0" algn="l"/>
            <a:r>
              <a:rPr lang="en-IN" dirty="0"/>
              <a:t>     Products Purchased per Order:- 2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latin typeface="Arial Black" panose="020B0A04020102020204" pitchFamily="34" charset="0"/>
              </a:rPr>
              <a:t>INSIGHTS:</a:t>
            </a:r>
            <a:endParaRPr lang="en-IN" sz="1900" dirty="0">
              <a:latin typeface="Arial Black" panose="020B0A04020102020204" pitchFamily="34" charset="0"/>
            </a:endParaRPr>
          </a:p>
          <a:p>
            <a:pPr lvl="0" algn="l"/>
            <a:r>
              <a:rPr lang="en-IN" dirty="0"/>
              <a:t>     Top-selling model:- Mountain-200 ($7.9M)</a:t>
            </a:r>
          </a:p>
          <a:p>
            <a:pPr lvl="0" algn="l"/>
            <a:r>
              <a:rPr lang="en-IN" dirty="0"/>
              <a:t>     Top-selling Product Category:- Bikes ($8M)</a:t>
            </a:r>
          </a:p>
          <a:p>
            <a:pPr lvl="0" algn="l"/>
            <a:r>
              <a:rPr lang="en-IN" dirty="0"/>
              <a:t>     Gender wise sales:- Male ($14.5M), Female ($14.8M)</a:t>
            </a:r>
          </a:p>
          <a:p>
            <a:pPr lvl="0" algn="l"/>
            <a:r>
              <a:rPr lang="en-IN" dirty="0"/>
              <a:t>     Highest profit margin:- United States (35.81%)</a:t>
            </a:r>
          </a:p>
          <a:p>
            <a:pPr lvl="0" algn="l"/>
            <a:r>
              <a:rPr lang="en-IN" dirty="0"/>
              <a:t>     Peak sales month:- December ($3.2M)</a:t>
            </a:r>
          </a:p>
          <a:p>
            <a:pPr lvl="0" algn="l"/>
            <a:r>
              <a:rPr lang="en-IN" dirty="0"/>
              <a:t>     High Revenue Generated by Year and Day :- 2013($16.4M)  - Tuesday($4M)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793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7831B-49E0-D254-E77C-9E109DEF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218C19-33DD-1FB5-5B5D-F38EE74EDEEF}"/>
              </a:ext>
            </a:extLst>
          </p:cNvPr>
          <p:cNvSpPr/>
          <p:nvPr/>
        </p:nvSpPr>
        <p:spPr>
          <a:xfrm>
            <a:off x="1641988" y="3429000"/>
            <a:ext cx="9202993" cy="263750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965A5-C313-6BEF-C805-D26F68B22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2065" y="483266"/>
            <a:ext cx="4699819" cy="549121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KPI’S AND INSIGHTS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E6B9C-FF59-7721-8C6D-68FDD4731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988" y="1238865"/>
            <a:ext cx="9104670" cy="5037547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solidFill>
                  <a:schemeClr val="bg1"/>
                </a:solidFill>
                <a:latin typeface="Arial Black" panose="020B0A04020102020204" pitchFamily="34" charset="0"/>
              </a:rPr>
              <a:t>KEY PERFORMANCE INDICATORS:</a:t>
            </a:r>
            <a:endParaRPr lang="en-IN" sz="19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0" algn="l"/>
            <a:r>
              <a:rPr lang="en-IN" dirty="0">
                <a:solidFill>
                  <a:schemeClr val="bg1"/>
                </a:solidFill>
              </a:rPr>
              <a:t>     Total Sales:- $29.4M</a:t>
            </a:r>
          </a:p>
          <a:p>
            <a:pPr lvl="0" algn="l"/>
            <a:r>
              <a:rPr lang="en-IN" dirty="0">
                <a:solidFill>
                  <a:schemeClr val="bg1"/>
                </a:solidFill>
              </a:rPr>
              <a:t>     Total Profit:- $12.1M</a:t>
            </a:r>
          </a:p>
          <a:p>
            <a:pPr lvl="0" algn="l"/>
            <a:r>
              <a:rPr lang="en-IN" dirty="0">
                <a:solidFill>
                  <a:schemeClr val="bg1"/>
                </a:solidFill>
              </a:rPr>
              <a:t>     Production Cost:- $17.3M</a:t>
            </a:r>
          </a:p>
          <a:p>
            <a:pPr lvl="0" algn="l"/>
            <a:r>
              <a:rPr lang="en-IN" dirty="0">
                <a:solidFill>
                  <a:schemeClr val="bg1"/>
                </a:solidFill>
              </a:rPr>
              <a:t>     Tax Amount:- $2.3M</a:t>
            </a:r>
          </a:p>
          <a:p>
            <a:pPr lvl="0" algn="l"/>
            <a:r>
              <a:rPr lang="en-IN" dirty="0">
                <a:solidFill>
                  <a:schemeClr val="bg1"/>
                </a:solidFill>
              </a:rPr>
              <a:t>     Products Purchased per Order:- 2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IN" sz="1900" b="1" dirty="0">
                <a:latin typeface="Arial Black" panose="020B0A04020102020204" pitchFamily="34" charset="0"/>
              </a:rPr>
              <a:t>INSIGHTS:</a:t>
            </a:r>
            <a:endParaRPr lang="en-IN" sz="1900" dirty="0">
              <a:latin typeface="Arial Black" panose="020B0A04020102020204" pitchFamily="34" charset="0"/>
            </a:endParaRPr>
          </a:p>
          <a:p>
            <a:pPr lvl="0" algn="l"/>
            <a:r>
              <a:rPr lang="en-IN" dirty="0"/>
              <a:t>     Top-selling model:- Mountain-200 ($7.9M)</a:t>
            </a:r>
          </a:p>
          <a:p>
            <a:pPr lvl="0" algn="l"/>
            <a:r>
              <a:rPr lang="en-IN" dirty="0"/>
              <a:t>     Top-selling Product Category:- Bikes ($8M)</a:t>
            </a:r>
          </a:p>
          <a:p>
            <a:pPr lvl="0" algn="l"/>
            <a:r>
              <a:rPr lang="en-IN" dirty="0"/>
              <a:t>     Gender wise sales:- Male ($14.5M), Female ($14.8M)</a:t>
            </a:r>
          </a:p>
          <a:p>
            <a:pPr lvl="0" algn="l"/>
            <a:r>
              <a:rPr lang="en-IN" dirty="0"/>
              <a:t>     Highest profit margin:- United States (35.81%)</a:t>
            </a:r>
          </a:p>
          <a:p>
            <a:pPr lvl="0" algn="l"/>
            <a:r>
              <a:rPr lang="en-IN" dirty="0"/>
              <a:t>     Peak sales month:- December ($3.2M)</a:t>
            </a:r>
          </a:p>
          <a:p>
            <a:pPr lvl="0" algn="l"/>
            <a:r>
              <a:rPr lang="en-IN" dirty="0"/>
              <a:t>     High Revenue Generated by Year and Day :- 2013($16.4M)  - Tuesday($4M)</a:t>
            </a:r>
          </a:p>
          <a:p>
            <a:pPr lvl="0" algn="l"/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17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D6F9D2-995D-AE3E-D9C5-D55C69438E41}"/>
              </a:ext>
            </a:extLst>
          </p:cNvPr>
          <p:cNvSpPr/>
          <p:nvPr/>
        </p:nvSpPr>
        <p:spPr>
          <a:xfrm>
            <a:off x="1314451" y="603465"/>
            <a:ext cx="9563097" cy="45031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CB07-9E00-0DEA-68A7-80FA2A29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477" y="115020"/>
            <a:ext cx="4323045" cy="5302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EXCEL DASHBOARD</a:t>
            </a:r>
            <a:endParaRPr lang="en-IN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53F09-22A1-40ED-F65A-85EECDC64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rmAutofit/>
          </a:bodyPr>
          <a:lstStyle/>
          <a:p>
            <a:r>
              <a:rPr lang="en-IN" b="1" dirty="0"/>
              <a:t>VISUALS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Year, Quarter, Month, Day wise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Year wise Production Cost vs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Country wise Sales vs Profit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58E063-036F-B2E5-E49F-C7717DF8C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2" y="645245"/>
            <a:ext cx="9401273" cy="441959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72AEB68-3795-537C-97A5-498D6D1D6AA9}"/>
              </a:ext>
            </a:extLst>
          </p:cNvPr>
          <p:cNvSpPr txBox="1">
            <a:spLocks/>
          </p:cNvSpPr>
          <p:nvPr/>
        </p:nvSpPr>
        <p:spPr>
          <a:xfrm>
            <a:off x="6015085" y="5106623"/>
            <a:ext cx="4781550" cy="1636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ANNOTATIONS: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Highlighted trends, peak periods, and regional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973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E7786-1411-4ED5-748A-5B3A90AB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B73D0C-81FE-6E33-6951-DF8896E9B807}"/>
              </a:ext>
            </a:extLst>
          </p:cNvPr>
          <p:cNvSpPr/>
          <p:nvPr/>
        </p:nvSpPr>
        <p:spPr>
          <a:xfrm>
            <a:off x="1395362" y="5106623"/>
            <a:ext cx="9401274" cy="15945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E1611-7631-3074-957D-E38813B9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4477" y="115020"/>
            <a:ext cx="4323045" cy="5302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EXCEL DASHBOARD</a:t>
            </a:r>
            <a:endParaRPr lang="en-IN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217CB-F0C5-2E48-3994-FADB8C948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rmAutofit/>
          </a:bodyPr>
          <a:lstStyle/>
          <a:p>
            <a:r>
              <a:rPr lang="en-IN" b="1" dirty="0"/>
              <a:t>VISUALS INCLUDED: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Year, Quarter, Month, Day wise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Year wise Production Cost vs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Country wise Sales vs Profit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53FF42-1075-8E29-2150-A1D35CFC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2" y="645245"/>
            <a:ext cx="9401273" cy="4419598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D974E7-3540-3255-DE20-CB89F8789D4A}"/>
              </a:ext>
            </a:extLst>
          </p:cNvPr>
          <p:cNvSpPr txBox="1">
            <a:spLocks/>
          </p:cNvSpPr>
          <p:nvPr/>
        </p:nvSpPr>
        <p:spPr>
          <a:xfrm>
            <a:off x="6015085" y="5106623"/>
            <a:ext cx="4781550" cy="1636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ANNOTATIONS: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Highlighted trends, peak periods, and regional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3246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5F17A-FB14-4499-F1E2-D188CE01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391009-F561-A4D7-35BE-A8146AB749AB}"/>
              </a:ext>
            </a:extLst>
          </p:cNvPr>
          <p:cNvSpPr/>
          <p:nvPr/>
        </p:nvSpPr>
        <p:spPr>
          <a:xfrm>
            <a:off x="3616205" y="181273"/>
            <a:ext cx="4642891" cy="48363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6C4DE-954A-4554-EA57-01B5884C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6206" y="134684"/>
            <a:ext cx="4697542" cy="530225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SQL QUERIES OUTPUT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84A852-80F0-E664-F326-3E0808B3C819}"/>
              </a:ext>
            </a:extLst>
          </p:cNvPr>
          <p:cNvGrpSpPr/>
          <p:nvPr/>
        </p:nvGrpSpPr>
        <p:grpSpPr>
          <a:xfrm>
            <a:off x="1368349" y="1497253"/>
            <a:ext cx="8503026" cy="4516047"/>
            <a:chOff x="1806181" y="1831550"/>
            <a:chExt cx="8503026" cy="451604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D29F45E-F5F4-8C42-1935-E967EC49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8045" y="1837618"/>
              <a:ext cx="2591162" cy="132416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1476799-3874-48EC-4C00-59919650B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4445" y="1831550"/>
              <a:ext cx="2124371" cy="132416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244C0F5-D5A0-67E5-87A2-F935216C4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6181" y="5042491"/>
              <a:ext cx="3400900" cy="1305106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56AFCAC-3257-B234-FF33-145C9C8E9A04}"/>
              </a:ext>
            </a:extLst>
          </p:cNvPr>
          <p:cNvSpPr txBox="1"/>
          <p:nvPr/>
        </p:nvSpPr>
        <p:spPr>
          <a:xfrm>
            <a:off x="1773218" y="1057720"/>
            <a:ext cx="259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TOP 5 MODELWISE SALES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F2BE2E-6736-F127-5347-5448ABFDA4A2}"/>
              </a:ext>
            </a:extLst>
          </p:cNvPr>
          <p:cNvSpPr txBox="1"/>
          <p:nvPr/>
        </p:nvSpPr>
        <p:spPr>
          <a:xfrm>
            <a:off x="7102660" y="1057720"/>
            <a:ext cx="2946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TOP 5 CUSTOMERS BY  SALES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35024D-5893-32C5-58EB-D4D07A2BD94D}"/>
              </a:ext>
            </a:extLst>
          </p:cNvPr>
          <p:cNvSpPr txBox="1"/>
          <p:nvPr/>
        </p:nvSpPr>
        <p:spPr>
          <a:xfrm>
            <a:off x="944428" y="4198460"/>
            <a:ext cx="46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AND PROFIT USING STORED PROCEDURE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30181FE-BA17-5A11-9031-FB295500A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239" y="4708194"/>
            <a:ext cx="3477110" cy="130510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84598AE-E0A1-9F07-C3E1-CC11AFB24394}"/>
              </a:ext>
            </a:extLst>
          </p:cNvPr>
          <p:cNvSpPr txBox="1"/>
          <p:nvPr/>
        </p:nvSpPr>
        <p:spPr>
          <a:xfrm>
            <a:off x="5948516" y="4198460"/>
            <a:ext cx="562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BY PRODUCT SUBCATEGORY AND MARITAL STATUS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926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DA266-BFA7-E0C8-28E0-333F62DA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7BA7F9-F60B-2C71-6928-5A546582F6C5}"/>
              </a:ext>
            </a:extLst>
          </p:cNvPr>
          <p:cNvSpPr/>
          <p:nvPr/>
        </p:nvSpPr>
        <p:spPr>
          <a:xfrm>
            <a:off x="3616205" y="183669"/>
            <a:ext cx="4689986" cy="63909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947834-4E7B-BFE6-20D4-ED6962555790}"/>
              </a:ext>
            </a:extLst>
          </p:cNvPr>
          <p:cNvGrpSpPr/>
          <p:nvPr/>
        </p:nvGrpSpPr>
        <p:grpSpPr>
          <a:xfrm>
            <a:off x="369441" y="1614706"/>
            <a:ext cx="11453116" cy="4479883"/>
            <a:chOff x="905596" y="2066990"/>
            <a:chExt cx="11453116" cy="447988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A925788-C109-54B9-BD09-DF2B00A01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177" y="2066990"/>
              <a:ext cx="5229955" cy="154326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C1CBDC4-4D12-9395-695D-CA62CF675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596" y="5194134"/>
              <a:ext cx="11453116" cy="135273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35A522-79D4-AE43-5447-49715DB83D05}"/>
              </a:ext>
            </a:extLst>
          </p:cNvPr>
          <p:cNvSpPr txBox="1"/>
          <p:nvPr/>
        </p:nvSpPr>
        <p:spPr>
          <a:xfrm>
            <a:off x="5137922" y="4235603"/>
            <a:ext cx="1916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 OUTPUT BY VIEW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76ABE-0944-C3D6-4042-01279B0297C2}"/>
              </a:ext>
            </a:extLst>
          </p:cNvPr>
          <p:cNvSpPr txBox="1"/>
          <p:nvPr/>
        </p:nvSpPr>
        <p:spPr>
          <a:xfrm>
            <a:off x="3747229" y="1116184"/>
            <a:ext cx="46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RANK BASED ON PROFIT USING DENSE RANK ()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F58910-E06F-CF12-F2B4-6FA39BAFC812}"/>
              </a:ext>
            </a:extLst>
          </p:cNvPr>
          <p:cNvSpPr txBox="1">
            <a:spLocks/>
          </p:cNvSpPr>
          <p:nvPr/>
        </p:nvSpPr>
        <p:spPr>
          <a:xfrm>
            <a:off x="3616205" y="223158"/>
            <a:ext cx="4959588" cy="530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SQL QUERIES OUTPUT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269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A045B-5181-D94F-0472-5FFBB34F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C96E69-DC83-2164-892F-24B8DF99BF95}"/>
              </a:ext>
            </a:extLst>
          </p:cNvPr>
          <p:cNvSpPr/>
          <p:nvPr/>
        </p:nvSpPr>
        <p:spPr>
          <a:xfrm>
            <a:off x="1314451" y="603756"/>
            <a:ext cx="9563098" cy="451332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AE3ED-8E72-70E8-F840-F7B96725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226" y="146052"/>
            <a:ext cx="4980923" cy="446955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TABLEAU DASHBOARD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0D6AD-061B-DECE-B387-C6982FF51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Autofit/>
          </a:bodyPr>
          <a:lstStyle/>
          <a:p>
            <a:r>
              <a:rPr lang="en-IN" sz="1400" b="1" dirty="0"/>
              <a:t>VISUALS INCLUDED: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Top N Models by Sales (Bar)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Day wise Sales vs Production Cost vs Profit (Columns)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Country wise Profit Margin (Bubble)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Month wise and Gender wise Sales (Donut)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4A4CA-26EF-7D46-5B5D-B8929D7A6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5" y="645245"/>
            <a:ext cx="9401274" cy="441959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591519E-FF48-59D5-04B0-1242D276698F}"/>
              </a:ext>
            </a:extLst>
          </p:cNvPr>
          <p:cNvSpPr txBox="1">
            <a:spLocks/>
          </p:cNvSpPr>
          <p:nvPr/>
        </p:nvSpPr>
        <p:spPr>
          <a:xfrm>
            <a:off x="7177135" y="5075591"/>
            <a:ext cx="3619504" cy="1636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dirty="0"/>
              <a:t>Interactive filters: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Parameter for Top 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Year and Region as Slicers</a:t>
            </a:r>
          </a:p>
        </p:txBody>
      </p:sp>
    </p:spTree>
    <p:extLst>
      <p:ext uri="{BB962C8B-B14F-4D97-AF65-F5344CB8AC3E}">
        <p14:creationId xmlns:p14="http://schemas.microsoft.com/office/powerpoint/2010/main" val="462327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222E7-5224-02B9-6A0B-DBF6B237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5AF7C8-0887-BF06-8C4F-839173C50B92}"/>
              </a:ext>
            </a:extLst>
          </p:cNvPr>
          <p:cNvSpPr/>
          <p:nvPr/>
        </p:nvSpPr>
        <p:spPr>
          <a:xfrm>
            <a:off x="1395362" y="5106623"/>
            <a:ext cx="9401274" cy="159457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CDF80-0A66-5355-4437-407DD5BC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226" y="146052"/>
            <a:ext cx="4980923" cy="446955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TABLEAU DASHBOARD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BEC46-314C-D455-B0F1-AFB3C1645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Autofit/>
          </a:bodyPr>
          <a:lstStyle/>
          <a:p>
            <a:r>
              <a:rPr lang="en-IN" sz="1400" b="1" dirty="0"/>
              <a:t>VISUALS INCLUDED: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Top N Models by Sales (Bar)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Day wise Sales vs Production Cost vs Profit (Columns)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Country wise Profit Margin (Bubble)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Month wise and Gender wise Sales (Donut)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21C77-246E-292C-AD49-D0EBD28CC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5" y="645245"/>
            <a:ext cx="9401274" cy="441959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E7380F7-AB20-1E39-2042-A10FB115F47D}"/>
              </a:ext>
            </a:extLst>
          </p:cNvPr>
          <p:cNvSpPr txBox="1">
            <a:spLocks/>
          </p:cNvSpPr>
          <p:nvPr/>
        </p:nvSpPr>
        <p:spPr>
          <a:xfrm>
            <a:off x="7177135" y="5075591"/>
            <a:ext cx="3619504" cy="1636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/>
              <a:t>FEATURES:</a:t>
            </a:r>
            <a:endParaRPr lang="en-IN" sz="1400" dirty="0"/>
          </a:p>
          <a:p>
            <a:r>
              <a:rPr lang="en-IN" sz="1400" dirty="0"/>
              <a:t>Interactive filters: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Parameter for Top 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Year and Region as Slicers</a:t>
            </a:r>
          </a:p>
        </p:txBody>
      </p:sp>
    </p:spTree>
    <p:extLst>
      <p:ext uri="{BB962C8B-B14F-4D97-AF65-F5344CB8AC3E}">
        <p14:creationId xmlns:p14="http://schemas.microsoft.com/office/powerpoint/2010/main" val="354640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C9C0E-A272-CB1F-3A6B-EA306C1F6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3C059F-5A7F-0D38-E945-81E565A204EB}"/>
              </a:ext>
            </a:extLst>
          </p:cNvPr>
          <p:cNvSpPr/>
          <p:nvPr/>
        </p:nvSpPr>
        <p:spPr>
          <a:xfrm>
            <a:off x="1314451" y="471949"/>
            <a:ext cx="9563094" cy="46474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49760-756D-7ABB-5579-602258E2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100" y="115021"/>
            <a:ext cx="5181599" cy="446955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POWER BI DASHBOARD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298E3-A80B-E02D-D154-7BEAD9B31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VISUALS INCLUDED:</a:t>
            </a:r>
            <a:endParaRPr lang="en-IN" dirty="0">
              <a:effectLst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Age Group wise Sales and Profit (Funnel)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Territory Groupwise Sales and Profit (Ribbon)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Repeated Customers by Country (Tree Map)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Region and Territory Groupwise Sales and Profit (Waterfall)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Year, Quarter, Month wise Sales and Profit (Area)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7EB96F-7EF8-2618-07E2-1ADF053FB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1" y="561976"/>
            <a:ext cx="9401274" cy="4502868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0B563BA-0D6B-7F08-BC9B-9B76C9BA096D}"/>
              </a:ext>
            </a:extLst>
          </p:cNvPr>
          <p:cNvSpPr txBox="1">
            <a:spLocks/>
          </p:cNvSpPr>
          <p:nvPr/>
        </p:nvSpPr>
        <p:spPr>
          <a:xfrm>
            <a:off x="6095995" y="5064843"/>
            <a:ext cx="4781550" cy="1636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FEATURES: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Slicers and Bookmarks for dynamic filtering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Hierarchy for Ribbon Chart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Conditional formatting and annotated visuals using Drill through</a:t>
            </a:r>
          </a:p>
        </p:txBody>
      </p:sp>
    </p:spTree>
    <p:extLst>
      <p:ext uri="{BB962C8B-B14F-4D97-AF65-F5344CB8AC3E}">
        <p14:creationId xmlns:p14="http://schemas.microsoft.com/office/powerpoint/2010/main" val="42109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609F3-1B2B-CBAD-C523-681D5BEAF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D24BB3-21E7-15DC-A7C0-E76DD4314196}"/>
              </a:ext>
            </a:extLst>
          </p:cNvPr>
          <p:cNvSpPr/>
          <p:nvPr/>
        </p:nvSpPr>
        <p:spPr>
          <a:xfrm>
            <a:off x="1395362" y="5064843"/>
            <a:ext cx="9401274" cy="163635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748958-CDB3-F8A2-2119-A864F0C5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100" y="115021"/>
            <a:ext cx="5181599" cy="446955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POWER BI DASHBOARD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225C7-075F-BE3D-70FA-2AE9B33DA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451" y="5064843"/>
            <a:ext cx="4781550" cy="1636357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VISUALS INCLUDED:</a:t>
            </a:r>
            <a:endParaRPr lang="en-IN" dirty="0">
              <a:effectLst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Age Group wise Sales and Profit (Funnel)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Territory Groupwise Sales and Profit (Ribbon)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Repeated Customers by Country (Tree Map)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Region and Territory Groupwise Sales and Profit (Waterfall)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Year, Quarter, Month wise Sales and Profit (Area)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BDBCB8-FF67-1C71-D2E7-D90B40A58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61" y="561976"/>
            <a:ext cx="9401274" cy="4502868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4B72CF1-D72F-770A-0128-602E0323FEF9}"/>
              </a:ext>
            </a:extLst>
          </p:cNvPr>
          <p:cNvSpPr txBox="1">
            <a:spLocks/>
          </p:cNvSpPr>
          <p:nvPr/>
        </p:nvSpPr>
        <p:spPr>
          <a:xfrm>
            <a:off x="6095995" y="5064843"/>
            <a:ext cx="4781550" cy="1636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FEATURES: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Slicers and Bookmarks for dynamic filtering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Hierarchy for Ribbon Chart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Conditional formatting and annotated visuals using Drill through</a:t>
            </a:r>
          </a:p>
        </p:txBody>
      </p:sp>
    </p:spTree>
    <p:extLst>
      <p:ext uri="{BB962C8B-B14F-4D97-AF65-F5344CB8AC3E}">
        <p14:creationId xmlns:p14="http://schemas.microsoft.com/office/powerpoint/2010/main" val="3288835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B8B0C-A623-2B7D-C117-6ED19E33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74C66F-4DB4-B31E-C21D-83C624CFB906}"/>
              </a:ext>
            </a:extLst>
          </p:cNvPr>
          <p:cNvSpPr/>
          <p:nvPr/>
        </p:nvSpPr>
        <p:spPr>
          <a:xfrm>
            <a:off x="4837471" y="78658"/>
            <a:ext cx="2556387" cy="52264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48464-0B52-52AD-F8D5-F4B6F500C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latin typeface="Arial Black" panose="020B0A04020102020204" pitchFamily="34" charset="0"/>
              </a:rPr>
              <a:t>SUMMARY</a:t>
            </a:r>
            <a:endParaRPr lang="en-IN" sz="30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9A7CD-0619-6060-74EF-B2282891758C}"/>
              </a:ext>
            </a:extLst>
          </p:cNvPr>
          <p:cNvSpPr txBox="1"/>
          <p:nvPr/>
        </p:nvSpPr>
        <p:spPr>
          <a:xfrm>
            <a:off x="727586" y="601305"/>
            <a:ext cx="1073682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OVERVIEW</a:t>
            </a:r>
            <a:endParaRPr lang="en-IN" dirty="0"/>
          </a:p>
          <a:p>
            <a:r>
              <a:rPr lang="en-IN" dirty="0"/>
              <a:t>The Adventure Work Cycles project integrated </a:t>
            </a:r>
            <a:r>
              <a:rPr lang="en-IN" b="1" dirty="0"/>
              <a:t>Excel, SQL, Tableau, and Power BI</a:t>
            </a:r>
            <a:r>
              <a:rPr lang="en-IN" dirty="0"/>
              <a:t> to deliver comprehensive commercial and sales insights. By combining multiple BI tools, the team analysed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/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DATA INTEGRATION MATTERS</a:t>
            </a:r>
            <a:r>
              <a:rPr lang="en-IN" b="1" dirty="0"/>
              <a:t>:</a:t>
            </a:r>
            <a:r>
              <a:rPr lang="en-IN" dirty="0"/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VISUALIZATION ENHANCES STORYTELLING</a:t>
            </a:r>
            <a:r>
              <a:rPr lang="en-IN" b="1" dirty="0"/>
              <a:t>:</a:t>
            </a:r>
            <a:r>
              <a:rPr lang="en-IN" dirty="0"/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714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9F8E4-7335-7575-6100-8314EA3D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3813CC-5097-3A85-61CA-B95EA1CB0789}"/>
              </a:ext>
            </a:extLst>
          </p:cNvPr>
          <p:cNvSpPr/>
          <p:nvPr/>
        </p:nvSpPr>
        <p:spPr>
          <a:xfrm>
            <a:off x="727587" y="601304"/>
            <a:ext cx="10736826" cy="123732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E36D6-8D6D-7D14-FF7B-1C1A28F8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037A7-54A7-8F7E-282E-0DCB74D327E3}"/>
              </a:ext>
            </a:extLst>
          </p:cNvPr>
          <p:cNvSpPr txBox="1"/>
          <p:nvPr/>
        </p:nvSpPr>
        <p:spPr>
          <a:xfrm>
            <a:off x="727587" y="601305"/>
            <a:ext cx="10805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OVERVIEW</a:t>
            </a:r>
            <a:endParaRPr lang="en-IN" dirty="0"/>
          </a:p>
          <a:p>
            <a:r>
              <a:rPr lang="en-IN" dirty="0"/>
              <a:t>The Adventure Work Cycles project integrated </a:t>
            </a:r>
            <a:r>
              <a:rPr lang="en-IN" b="1" dirty="0"/>
              <a:t>Excel, SQL, Tableau, and Power BI</a:t>
            </a:r>
            <a:r>
              <a:rPr lang="en-IN" dirty="0"/>
              <a:t> to deliver comprehensive commercial and sales insights. By combining multiple BI tools, the team </a:t>
            </a:r>
            <a:r>
              <a:rPr lang="en-IN" dirty="0" err="1"/>
              <a:t>analyzed</a:t>
            </a:r>
            <a:r>
              <a:rPr lang="en-IN" dirty="0"/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/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DATA INTEGRATION MATTERS</a:t>
            </a:r>
            <a:r>
              <a:rPr lang="en-IN" b="1" dirty="0"/>
              <a:t>:</a:t>
            </a:r>
            <a:r>
              <a:rPr lang="en-IN" dirty="0"/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VISUALIZATION ENHANCES STORYTELLING</a:t>
            </a:r>
            <a:r>
              <a:rPr lang="en-IN" b="1" dirty="0"/>
              <a:t>:</a:t>
            </a:r>
            <a:r>
              <a:rPr lang="en-IN" dirty="0"/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251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125CF-7BC1-91AF-138A-295491E5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44CED5-4F64-38B4-34EE-162C2EAAA4C6}"/>
              </a:ext>
            </a:extLst>
          </p:cNvPr>
          <p:cNvSpPr/>
          <p:nvPr/>
        </p:nvSpPr>
        <p:spPr>
          <a:xfrm>
            <a:off x="653845" y="1887795"/>
            <a:ext cx="1735394" cy="55060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350DC-F26A-4556-2525-CC5423891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64590-DF3A-D116-2D28-A0590A68D295}"/>
              </a:ext>
            </a:extLst>
          </p:cNvPr>
          <p:cNvSpPr txBox="1"/>
          <p:nvPr/>
        </p:nvSpPr>
        <p:spPr>
          <a:xfrm>
            <a:off x="653845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analysed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/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DATA INTEGRATION MATTERS</a:t>
            </a:r>
            <a:r>
              <a:rPr lang="en-IN" b="1" dirty="0"/>
              <a:t>:</a:t>
            </a:r>
            <a:r>
              <a:rPr lang="en-IN" dirty="0"/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VISUALIZATION ENHANCES STORYTELLING</a:t>
            </a:r>
            <a:r>
              <a:rPr lang="en-IN" b="1" dirty="0"/>
              <a:t>:</a:t>
            </a:r>
            <a:r>
              <a:rPr lang="en-IN" dirty="0"/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600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88F4E-D8C6-5449-EA46-CF5D7258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F1C03-3100-E540-135D-67A7D8DEE0CF}"/>
              </a:ext>
            </a:extLst>
          </p:cNvPr>
          <p:cNvSpPr/>
          <p:nvPr/>
        </p:nvSpPr>
        <p:spPr>
          <a:xfrm>
            <a:off x="653845" y="2487561"/>
            <a:ext cx="10884310" cy="80624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C9091-422C-3299-F42D-01BAF42B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FDA6F-52E0-4FDC-39CF-8DB0967E8810}"/>
              </a:ext>
            </a:extLst>
          </p:cNvPr>
          <p:cNvSpPr txBox="1"/>
          <p:nvPr/>
        </p:nvSpPr>
        <p:spPr>
          <a:xfrm>
            <a:off x="653845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DATA INTEGRATION MATTERS</a:t>
            </a:r>
            <a:r>
              <a:rPr lang="en-IN" b="1" dirty="0"/>
              <a:t>:</a:t>
            </a:r>
            <a:r>
              <a:rPr lang="en-IN" dirty="0"/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VISUALIZATION ENHANCES STORYTELLING</a:t>
            </a:r>
            <a:r>
              <a:rPr lang="en-IN" b="1" dirty="0"/>
              <a:t>:</a:t>
            </a:r>
            <a:r>
              <a:rPr lang="en-IN" dirty="0"/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91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A0F31-9FF8-9769-0143-C0EB5AA9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64659F-395B-150C-DF5D-91DC25EE2C62}"/>
              </a:ext>
            </a:extLst>
          </p:cNvPr>
          <p:cNvSpPr/>
          <p:nvPr/>
        </p:nvSpPr>
        <p:spPr>
          <a:xfrm>
            <a:off x="653845" y="3254478"/>
            <a:ext cx="10884310" cy="80624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FA61D-A4F3-2D70-98EA-29EAE46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D2A03B-9074-8044-04D9-C909BC3C5998}"/>
              </a:ext>
            </a:extLst>
          </p:cNvPr>
          <p:cNvSpPr txBox="1"/>
          <p:nvPr/>
        </p:nvSpPr>
        <p:spPr>
          <a:xfrm>
            <a:off x="653845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DATA INTEGRATION MATTERS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VISUALIZATION ENHANCES STORYTELLING</a:t>
            </a:r>
            <a:r>
              <a:rPr lang="en-IN" b="1" dirty="0"/>
              <a:t>:</a:t>
            </a:r>
            <a:r>
              <a:rPr lang="en-IN" dirty="0"/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96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0B892-6C46-E009-70A8-9D55DE43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2C116B-6288-5622-DBEA-65F4479807A5}"/>
              </a:ext>
            </a:extLst>
          </p:cNvPr>
          <p:cNvSpPr/>
          <p:nvPr/>
        </p:nvSpPr>
        <p:spPr>
          <a:xfrm>
            <a:off x="599767" y="4070555"/>
            <a:ext cx="10938388" cy="80624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4E4FF-1368-E7E0-502F-DEF344DE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B82C5-32B5-69DE-AD2C-60D72E1DB6E4}"/>
              </a:ext>
            </a:extLst>
          </p:cNvPr>
          <p:cNvSpPr txBox="1"/>
          <p:nvPr/>
        </p:nvSpPr>
        <p:spPr>
          <a:xfrm>
            <a:off x="653845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DATA INTEGRATION MATTERS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VISUALIZATION ENHANCES STORYTELLING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CUSTOMER SEGMENTATION DRIVES STRATEGY</a:t>
            </a:r>
            <a:r>
              <a:rPr lang="en-IN" b="1" dirty="0"/>
              <a:t>: </a:t>
            </a:r>
            <a:r>
              <a:rPr lang="en-IN" dirty="0"/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29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74B4C-4974-91F5-16A5-7B17704D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9B60BC-1093-F283-D897-D49D7EA4F475}"/>
              </a:ext>
            </a:extLst>
          </p:cNvPr>
          <p:cNvSpPr/>
          <p:nvPr/>
        </p:nvSpPr>
        <p:spPr>
          <a:xfrm>
            <a:off x="599767" y="4916129"/>
            <a:ext cx="10938388" cy="80624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EDA3D-AF3C-B531-8057-3497F4E1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F6710-220C-1497-5BD5-CBCEE69971EB}"/>
              </a:ext>
            </a:extLst>
          </p:cNvPr>
          <p:cNvSpPr txBox="1"/>
          <p:nvPr/>
        </p:nvSpPr>
        <p:spPr>
          <a:xfrm>
            <a:off x="653845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DATA INTEGRATION MATTERS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VISUALIZATION ENHANCES STORYTELLING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CUSTOMER SEGMENTATION DRIVES STRATEGY</a:t>
            </a:r>
            <a:r>
              <a:rPr lang="en-IN" b="1" dirty="0">
                <a:solidFill>
                  <a:schemeClr val="bg1"/>
                </a:solidFill>
              </a:rPr>
              <a:t>: </a:t>
            </a:r>
            <a:r>
              <a:rPr lang="en-IN" dirty="0">
                <a:solidFill>
                  <a:schemeClr val="bg1"/>
                </a:solidFill>
              </a:rPr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/>
          </a:p>
          <a:p>
            <a:pPr lvl="0"/>
            <a:r>
              <a:rPr lang="en-IN" b="1" u="sng" dirty="0"/>
              <a:t>REGIONAL PROFITABILITY INSIGHTS</a:t>
            </a:r>
            <a:r>
              <a:rPr lang="en-IN" b="1" dirty="0"/>
              <a:t>: </a:t>
            </a:r>
            <a:r>
              <a:rPr lang="en-IN" dirty="0"/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689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519E3-0588-B24B-5CFA-31A8CCE8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F33E67-F98A-9D70-B3E1-154AC80FF717}"/>
              </a:ext>
            </a:extLst>
          </p:cNvPr>
          <p:cNvSpPr/>
          <p:nvPr/>
        </p:nvSpPr>
        <p:spPr>
          <a:xfrm>
            <a:off x="653844" y="5761703"/>
            <a:ext cx="10894143" cy="80624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9273D-8DD4-09CF-3AEE-321FB33A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154350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SUMMARY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FA10F-8352-0B3E-E70B-7B94ABC3070E}"/>
              </a:ext>
            </a:extLst>
          </p:cNvPr>
          <p:cNvSpPr txBox="1"/>
          <p:nvPr/>
        </p:nvSpPr>
        <p:spPr>
          <a:xfrm>
            <a:off x="663677" y="601305"/>
            <a:ext cx="1088431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OVERVIEW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Adventure Work Cycles project integrated </a:t>
            </a:r>
            <a:r>
              <a:rPr lang="en-IN" b="1" dirty="0">
                <a:solidFill>
                  <a:schemeClr val="bg1"/>
                </a:solidFill>
              </a:rPr>
              <a:t>Excel, SQL, Tableau, and Power BI</a:t>
            </a:r>
            <a:r>
              <a:rPr lang="en-IN" dirty="0">
                <a:solidFill>
                  <a:schemeClr val="bg1"/>
                </a:solidFill>
              </a:rPr>
              <a:t> to deliver comprehensive commercial and sales insights. By combining multiple BI tools, the team </a:t>
            </a:r>
            <a:r>
              <a:rPr lang="en-IN" dirty="0" err="1">
                <a:solidFill>
                  <a:schemeClr val="bg1"/>
                </a:solidFill>
              </a:rPr>
              <a:t>analyzed</a:t>
            </a:r>
            <a:r>
              <a:rPr lang="en-IN" dirty="0">
                <a:solidFill>
                  <a:schemeClr val="bg1"/>
                </a:solidFill>
              </a:rPr>
              <a:t> product performance, customer segmentation, and regional profitability to support strategic decision-making.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KEY LEARNINGS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DATA INTEGRATION MATTERS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Using SQL for structured queries and combining outputs with visualization tools ensured accuracy and consistency across dashboards.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VISUALIZATION ENHANCES STORYTELLING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Tableau and Power BI allowed interactive exploration of KPIs, making insights more accessible and actionable for stakeholders.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CUSTOMER SEGMENTATION DRIVES STRATEGY</a:t>
            </a:r>
            <a:r>
              <a:rPr lang="en-IN" b="1" dirty="0">
                <a:solidFill>
                  <a:schemeClr val="bg1"/>
                </a:solidFill>
              </a:rPr>
              <a:t>: </a:t>
            </a:r>
            <a:r>
              <a:rPr lang="en-IN" dirty="0">
                <a:solidFill>
                  <a:schemeClr val="bg1"/>
                </a:solidFill>
              </a:rPr>
              <a:t>Gender, age group, and territory-based analysis revealed patterns that can guide targeted marketing and product positioning.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>
                <a:solidFill>
                  <a:schemeClr val="bg1"/>
                </a:solidFill>
              </a:rPr>
              <a:t>REGIONAL PROFITABILITY INSIGHTS</a:t>
            </a:r>
            <a:r>
              <a:rPr lang="en-IN" b="1" dirty="0">
                <a:solidFill>
                  <a:schemeClr val="bg1"/>
                </a:solidFill>
              </a:rPr>
              <a:t>: </a:t>
            </a:r>
            <a:r>
              <a:rPr lang="en-IN" dirty="0">
                <a:solidFill>
                  <a:schemeClr val="bg1"/>
                </a:solidFill>
              </a:rPr>
              <a:t>Identifying high-margin regions (e.g., United States) highlighted opportunities for scaling and resource allocation.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pPr lvl="0"/>
            <a:r>
              <a:rPr lang="en-IN" b="1" u="sng" dirty="0"/>
              <a:t>TEMPORAL TRENDS ARE CRITICAL</a:t>
            </a:r>
            <a:r>
              <a:rPr lang="en-IN" b="1" dirty="0"/>
              <a:t>: </a:t>
            </a:r>
            <a:r>
              <a:rPr lang="en-IN" dirty="0"/>
              <a:t>Recognizing peak months (December) and high-performing days (Tuesday) emphasized the importance of time-based sales strategies.</a:t>
            </a:r>
          </a:p>
          <a:p>
            <a:pPr lvl="0"/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249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9632B-B0D3-D023-70BF-F6588E71F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0028A7-89AD-0E1E-31B0-6D980674C86B}"/>
              </a:ext>
            </a:extLst>
          </p:cNvPr>
          <p:cNvSpPr/>
          <p:nvPr/>
        </p:nvSpPr>
        <p:spPr>
          <a:xfrm>
            <a:off x="4525297" y="344130"/>
            <a:ext cx="3141406" cy="52264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FD9AF-5E3A-456D-3147-86E41C5A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419822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latin typeface="Arial Black" panose="020B0A04020102020204" pitchFamily="34" charset="0"/>
              </a:rPr>
              <a:t>CONCLUSION</a:t>
            </a:r>
            <a:endParaRPr lang="en-IN" sz="3000" dirty="0"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E987-CD4B-D08E-5632-4D3CD00B8FA0}"/>
              </a:ext>
            </a:extLst>
          </p:cNvPr>
          <p:cNvSpPr txBox="1"/>
          <p:nvPr/>
        </p:nvSpPr>
        <p:spPr>
          <a:xfrm>
            <a:off x="988142" y="1524000"/>
            <a:ext cx="10215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dirty="0"/>
              <a:t>This project demonstrated how </a:t>
            </a:r>
            <a:r>
              <a:rPr lang="en-IN" b="1" dirty="0"/>
              <a:t>integrated BI ecosystems</a:t>
            </a:r>
            <a:r>
              <a:rPr lang="en-IN" dirty="0"/>
              <a:t> can transform raw data into </a:t>
            </a:r>
            <a:r>
              <a:rPr lang="en-IN" b="1" dirty="0"/>
              <a:t>actionable insights</a:t>
            </a:r>
            <a:r>
              <a:rPr lang="en-IN" dirty="0"/>
              <a:t>. By leveraging multiple tools, the team not only uncovered sales and profitability drivers but also built recruiter-ready dashboards that showcase technical depth, storytelling ability, and business impact.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77292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1FE14-A869-FE69-94DA-37AFA2D4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C5554B-00E2-8555-D611-48F6D4C4D2CA}"/>
              </a:ext>
            </a:extLst>
          </p:cNvPr>
          <p:cNvSpPr/>
          <p:nvPr/>
        </p:nvSpPr>
        <p:spPr>
          <a:xfrm>
            <a:off x="988142" y="1632155"/>
            <a:ext cx="10132142" cy="123640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332CA-D9C9-FA0E-F89B-74AB3507F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297" y="419822"/>
            <a:ext cx="3141406" cy="446955"/>
          </a:xfrm>
        </p:spPr>
        <p:txBody>
          <a:bodyPr>
            <a:no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  <a:endParaRPr lang="en-IN" sz="3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45342-159C-CB3D-0007-6E69654EC257}"/>
              </a:ext>
            </a:extLst>
          </p:cNvPr>
          <p:cNvSpPr txBox="1"/>
          <p:nvPr/>
        </p:nvSpPr>
        <p:spPr>
          <a:xfrm>
            <a:off x="988142" y="1524000"/>
            <a:ext cx="10215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dirty="0"/>
              <a:t>This project demonstrated how </a:t>
            </a:r>
            <a:r>
              <a:rPr lang="en-IN" b="1" dirty="0"/>
              <a:t>integrated BI ecosystems</a:t>
            </a:r>
            <a:r>
              <a:rPr lang="en-IN" dirty="0"/>
              <a:t> can transform raw data into </a:t>
            </a:r>
            <a:r>
              <a:rPr lang="en-IN" b="1" dirty="0"/>
              <a:t>actionable insights</a:t>
            </a:r>
            <a:r>
              <a:rPr lang="en-IN" dirty="0"/>
              <a:t>. By leveraging multiple tools, the team not only uncovered sales and profitability drivers but also built recruiter-ready dashboards that showcase technical depth, storytelling ability, and business impact.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7028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1D4FA-02A0-A14E-F81D-CB41BE48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68FD52-8CF0-6BC3-54AE-D1D08AA56723}"/>
              </a:ext>
            </a:extLst>
          </p:cNvPr>
          <p:cNvSpPr/>
          <p:nvPr/>
        </p:nvSpPr>
        <p:spPr>
          <a:xfrm>
            <a:off x="2723534" y="2796766"/>
            <a:ext cx="6725265" cy="123640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F7C28-7ABE-0586-3BC5-78E57B7D0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034" y="2796766"/>
            <a:ext cx="6905932" cy="1264468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Arial Black" panose="020B0A04020102020204" pitchFamily="34" charset="0"/>
              </a:rPr>
              <a:t>THANK YOU</a:t>
            </a:r>
            <a:endParaRPr lang="en-IN" sz="7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1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1073</TotalTime>
  <Words>2554</Words>
  <Application>Microsoft Office PowerPoint</Application>
  <PresentationFormat>Widescreen</PresentationFormat>
  <Paragraphs>292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Wingdings</vt:lpstr>
      <vt:lpstr>Office Theme</vt:lpstr>
      <vt:lpstr>ADVENTURE WORK CYCLES</vt:lpstr>
      <vt:lpstr>TEAM MEMBERS</vt:lpstr>
      <vt:lpstr>TEAM MEMBERS</vt:lpstr>
      <vt:lpstr>INTRODUCTION</vt:lpstr>
      <vt:lpstr>INTRODUCTION</vt:lpstr>
      <vt:lpstr>INTRODUCTION</vt:lpstr>
      <vt:lpstr>INTRODUCTION</vt:lpstr>
      <vt:lpstr>INTRODUCTION</vt:lpstr>
      <vt:lpstr>KPI’S AND INSIGHTS</vt:lpstr>
      <vt:lpstr>KPI’S AND INSIGHTS</vt:lpstr>
      <vt:lpstr>KPI’S AND INSIGHTS</vt:lpstr>
      <vt:lpstr>EXCEL DASHBOARD</vt:lpstr>
      <vt:lpstr>EXCEL DASHBOARD</vt:lpstr>
      <vt:lpstr>SQL QUERIES OUTPUT</vt:lpstr>
      <vt:lpstr>PowerPoint Presentation</vt:lpstr>
      <vt:lpstr>TABLEAU DASHBOARD</vt:lpstr>
      <vt:lpstr>TABLEAU DASHBOARD</vt:lpstr>
      <vt:lpstr>POWER BI DASHBOARD</vt:lpstr>
      <vt:lpstr>POWER BI DASHBOARD</vt:lpstr>
      <vt:lpstr>SUMMARY</vt:lpstr>
      <vt:lpstr>SUMMARY</vt:lpstr>
      <vt:lpstr>SUMMARY</vt:lpstr>
      <vt:lpstr>SUMMARY</vt:lpstr>
      <vt:lpstr>SUMMARY</vt:lpstr>
      <vt:lpstr>SUMMARY</vt:lpstr>
      <vt:lpstr>SUMMARY</vt:lpstr>
      <vt:lpstr>SUMMARY</vt:lpstr>
      <vt:lpstr>CONCLUSION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Javeed</dc:creator>
  <cp:lastModifiedBy>Shaik Javeed</cp:lastModifiedBy>
  <cp:revision>2</cp:revision>
  <dcterms:created xsi:type="dcterms:W3CDTF">2026-01-07T05:07:16Z</dcterms:created>
  <dcterms:modified xsi:type="dcterms:W3CDTF">2026-01-09T10:20:20Z</dcterms:modified>
</cp:coreProperties>
</file>